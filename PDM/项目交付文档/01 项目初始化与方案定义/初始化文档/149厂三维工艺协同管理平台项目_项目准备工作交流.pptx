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82" r:id="rId3"/>
    <p:sldId id="286" r:id="rId4"/>
    <p:sldId id="284" r:id="rId5"/>
    <p:sldId id="287" r:id="rId6"/>
    <p:sldId id="291" r:id="rId7"/>
    <p:sldId id="292" r:id="rId8"/>
    <p:sldId id="293" r:id="rId9"/>
    <p:sldId id="294" r:id="rId10"/>
    <p:sldId id="295" r:id="rId11"/>
    <p:sldId id="296" r:id="rId12"/>
    <p:sldId id="298" r:id="rId13"/>
    <p:sldId id="299" r:id="rId14"/>
    <p:sldId id="300" r:id="rId15"/>
    <p:sldId id="301" r:id="rId16"/>
    <p:sldId id="303" r:id="rId17"/>
    <p:sldId id="302" r:id="rId18"/>
    <p:sldId id="259" r:id="rId19"/>
  </p:sldIdLst>
  <p:sldSz cx="10801350" cy="67516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000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1704" autoAdjust="0"/>
  </p:normalViewPr>
  <p:slideViewPr>
    <p:cSldViewPr>
      <p:cViewPr>
        <p:scale>
          <a:sx n="75" d="100"/>
          <a:sy n="75" d="100"/>
        </p:scale>
        <p:origin x="-72" y="102"/>
      </p:cViewPr>
      <p:guideLst>
        <p:guide orient="horz" pos="2127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62BBFF7-F407-427D-9D99-2EFB9C422DA6}" type="datetimeFigureOut">
              <a:rPr lang="zh-CN" altLang="en-US"/>
              <a:pPr>
                <a:defRPr/>
              </a:pPr>
              <a:t>2012/5/17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685800"/>
            <a:ext cx="5483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68E8878-435B-4CDE-A1BD-B17AEEB0E6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446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8BFE60-1FB6-42DD-9F68-5FD15F1F8D1C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9" descr="图片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0791825" cy="675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337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9" descr="图片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0791825" cy="675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2" descr="图片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4672013"/>
            <a:ext cx="10064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56259" y="4527947"/>
            <a:ext cx="7560840" cy="864096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56259" y="5608067"/>
            <a:ext cx="7560945" cy="5193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页脚占位符 8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 2011 Glaway soft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30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11"/>
          </p:nvPr>
        </p:nvSpPr>
        <p:spPr>
          <a:xfrm>
            <a:off x="576263" y="1576388"/>
            <a:ext cx="9720262" cy="49672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 2011 </a:t>
            </a:r>
            <a:r>
              <a:rPr lang="en-US" altLang="zh-CN" err="1"/>
              <a:t>Glaway</a:t>
            </a:r>
            <a:r>
              <a:rPr lang="en-US" altLang="zh-CN"/>
              <a:t> soft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67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 descr="图片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38"/>
            <a:ext cx="10818813" cy="559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占位符 18"/>
          <p:cNvSpPr>
            <a:spLocks noGrp="1"/>
          </p:cNvSpPr>
          <p:nvPr>
            <p:ph type="body" sz="quarter" idx="11"/>
          </p:nvPr>
        </p:nvSpPr>
        <p:spPr>
          <a:xfrm>
            <a:off x="2232323" y="1863651"/>
            <a:ext cx="6408712" cy="2016125"/>
          </a:xfrm>
        </p:spPr>
        <p:txBody>
          <a:bodyPr>
            <a:normAutofit/>
          </a:bodyPr>
          <a:lstStyle>
            <a:lvl1pPr>
              <a:buNone/>
              <a:defRPr sz="9600">
                <a:latin typeface="Swis721 BlkOul BT" pitchFamily="82" charset="0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 2011 Glaway soft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925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24928" y="-9378"/>
            <a:ext cx="1185148" cy="81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69" y="189109"/>
            <a:ext cx="5043079" cy="450109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© 2006 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3176" y="6631297"/>
            <a:ext cx="525066" cy="1047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fld id="{87513E3B-B88E-485F-BE06-C6A18FD22DE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80290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5356_CorpPPT_sectionbreak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0801350" cy="675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2"/>
          <p:cNvSpPr/>
          <p:nvPr userDrawn="1"/>
        </p:nvSpPr>
        <p:spPr bwMode="auto">
          <a:xfrm flipV="1">
            <a:off x="0" y="6571907"/>
            <a:ext cx="10801350" cy="17973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49000">
                <a:schemeClr val="bg1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altLang="zh-CN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 userDrawn="1"/>
        </p:nvSpPr>
        <p:spPr bwMode="auto">
          <a:xfrm>
            <a:off x="10015627" y="6607853"/>
            <a:ext cx="525066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sz="700"/>
            </a:lvl1pPr>
          </a:lstStyle>
          <a:p>
            <a:pPr algn="r" eaLnBrk="0" hangingPunct="0">
              <a:defRPr/>
            </a:pPr>
            <a:fld id="{DED28400-B217-4BB2-9152-305DE0D704BD}" type="slidenum">
              <a:rPr lang="en-US" smtClean="0">
                <a:ea typeface="MS PGothic" pitchFamily="34" charset="-128"/>
              </a:rPr>
              <a:pPr algn="r" eaLnBrk="0" hangingPunct="0">
                <a:defRPr/>
              </a:pPr>
              <a:t>‹#›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7" name="Rectangle 5"/>
          <p:cNvSpPr txBox="1">
            <a:spLocks noChangeArrowheads="1"/>
          </p:cNvSpPr>
          <p:nvPr userDrawn="1"/>
        </p:nvSpPr>
        <p:spPr bwMode="auto">
          <a:xfrm>
            <a:off x="273785" y="6607853"/>
            <a:ext cx="2128392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algn="l" eaLnBrk="0" hangingPunct="0">
              <a:defRPr/>
            </a:pPr>
            <a:r>
              <a:rPr lang="en-US" sz="700" b="1" dirty="0" smtClean="0">
                <a:solidFill>
                  <a:schemeClr val="tx1"/>
                </a:solidFill>
                <a:ea typeface="MS PGothic" pitchFamily="34" charset="-128"/>
              </a:rPr>
              <a:t>AEROSPACE &amp; DEFENSE</a:t>
            </a:r>
            <a:endParaRPr lang="en-US" sz="700" b="1" dirty="0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12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520712" y="4191028"/>
            <a:ext cx="9751371" cy="33308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521315" y="3017196"/>
            <a:ext cx="9751371" cy="450109"/>
          </a:xfrm>
        </p:spPr>
        <p:txBody>
          <a:bodyPr/>
          <a:lstStyle>
            <a:lvl1pPr algn="l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pic>
        <p:nvPicPr>
          <p:cNvPr id="50177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7929" y="-18952"/>
            <a:ext cx="1128851" cy="1459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33755768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3" y="1359330"/>
            <a:ext cx="10276564" cy="4951201"/>
          </a:xfrm>
        </p:spPr>
        <p:txBody>
          <a:bodyPr>
            <a:noAutofit/>
          </a:bodyPr>
          <a:lstStyle>
            <a:lvl1pPr marL="230188" indent="-230188">
              <a:spcBef>
                <a:spcPts val="1800"/>
              </a:spcBef>
              <a:buClr>
                <a:schemeClr val="accent1"/>
              </a:buClr>
              <a:defRPr sz="2000">
                <a:solidFill>
                  <a:schemeClr val="accent1"/>
                </a:solidFill>
              </a:defRPr>
            </a:lvl1pPr>
            <a:lvl2pPr marL="684213" indent="-228600">
              <a:spcBef>
                <a:spcPts val="0"/>
              </a:spcBef>
              <a:spcAft>
                <a:spcPts val="200"/>
              </a:spcAft>
              <a:defRPr sz="1800">
                <a:solidFill>
                  <a:srgbClr val="4C4D4F"/>
                </a:solidFill>
                <a:latin typeface="Arial Narrow" pitchFamily="34" charset="0"/>
              </a:defRPr>
            </a:lvl2pPr>
            <a:lvl3pPr marL="1143000" indent="-228600">
              <a:spcBef>
                <a:spcPts val="0"/>
              </a:spcBef>
              <a:spcAft>
                <a:spcPts val="200"/>
              </a:spcAft>
              <a:defRPr sz="1600">
                <a:solidFill>
                  <a:srgbClr val="4C4D4F"/>
                </a:solidFill>
                <a:latin typeface="Arial Narrow" pitchFamily="34" charset="0"/>
              </a:defRPr>
            </a:lvl3pPr>
            <a:lvl4pPr marL="1428750" indent="-228600">
              <a:defRPr sz="1400">
                <a:solidFill>
                  <a:srgbClr val="4C4D4F"/>
                </a:solidFill>
              </a:defRPr>
            </a:lvl4pPr>
            <a:lvl5pPr marL="1827213" indent="-228600">
              <a:defRPr sz="1400">
                <a:solidFill>
                  <a:srgbClr val="4C4D4F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Subtitle 2"/>
          <p:cNvSpPr>
            <a:spLocks noGrp="1" noChangeAspect="1"/>
          </p:cNvSpPr>
          <p:nvPr>
            <p:ph type="subTitle" idx="15"/>
          </p:nvPr>
        </p:nvSpPr>
        <p:spPr>
          <a:xfrm>
            <a:off x="254666" y="882214"/>
            <a:ext cx="10272084" cy="333081"/>
          </a:xfrm>
        </p:spPr>
        <p:txBody>
          <a:bodyPr/>
          <a:lstStyle>
            <a:lvl1pPr marL="0" indent="0" algn="l">
              <a:buNone/>
              <a:defRPr sz="2200">
                <a:solidFill>
                  <a:schemeClr val="tx1"/>
                </a:solidFill>
                <a:latin typeface="Arial Narrow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60069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39750" y="927100"/>
            <a:ext cx="972185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39750" y="1574800"/>
            <a:ext cx="972185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pic>
        <p:nvPicPr>
          <p:cNvPr id="1028" name="图片 7" descr="图片4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135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图片 8" descr="图片6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62725"/>
            <a:ext cx="10801350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380288" y="6543675"/>
            <a:ext cx="3421062" cy="2079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80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Copyright © 2011 </a:t>
            </a:r>
            <a:r>
              <a:rPr lang="en-US" altLang="zh-CN" err="1"/>
              <a:t>Glaway</a:t>
            </a:r>
            <a:r>
              <a:rPr lang="en-US" altLang="zh-CN"/>
              <a:t> soft</a:t>
            </a:r>
            <a:endParaRPr lang="zh-CN" altLang="en-US"/>
          </a:p>
        </p:txBody>
      </p:sp>
      <p:pic>
        <p:nvPicPr>
          <p:cNvPr id="1031" name="图片 10" descr="图片8.pn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850" y="279400"/>
            <a:ext cx="76676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图片 11" descr="图片9.pn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1925"/>
            <a:ext cx="10801350" cy="2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5" r:id="rId3"/>
    <p:sldLayoutId id="2147483848" r:id="rId4"/>
    <p:sldLayoutId id="2147483850" r:id="rId5"/>
    <p:sldLayoutId id="2147483851" r:id="rId6"/>
    <p:sldLayoutId id="2147483852" r:id="rId7"/>
    <p:sldLayoutId id="2147483853" r:id="rId8"/>
    <p:sldLayoutId id="2147483857" r:id="rId9"/>
    <p:sldLayoutId id="2147483858" r:id="rId10"/>
    <p:sldLayoutId id="2147483859" r:id="rId11"/>
    <p:sldLayoutId id="2147483860" r:id="rId12"/>
    <p:sldLayoutId id="2147483861" r:id="rId13"/>
    <p:sldLayoutId id="2147483862" r:id="rId14"/>
    <p:sldLayoutId id="2147483863" r:id="rId15"/>
    <p:sldLayoutId id="2147483864" r:id="rId16"/>
    <p:sldLayoutId id="2147483865" r:id="rId17"/>
    <p:sldLayoutId id="2147483866" r:id="rId18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kern="1200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500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805&#25152;PDS&#20108;&#26399;&#35774;&#35745;&#21046;&#36896;&#19968;&#20307;&#21270;&#39033;&#30446;_&#24037;&#20316;&#21608;&#25253;_20120511&#65288;&#33539;&#20363;&#65289;.docx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image" Target="../media/image35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12" Type="http://schemas.openxmlformats.org/officeDocument/2006/relationships/image" Target="../media/image34.emf"/><Relationship Id="rId2" Type="http://schemas.openxmlformats.org/officeDocument/2006/relationships/image" Target="../media/image24.emf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emf"/><Relationship Id="rId11" Type="http://schemas.openxmlformats.org/officeDocument/2006/relationships/image" Target="../media/image33.emf"/><Relationship Id="rId5" Type="http://schemas.openxmlformats.org/officeDocument/2006/relationships/image" Target="../media/image27.emf"/><Relationship Id="rId15" Type="http://schemas.openxmlformats.org/officeDocument/2006/relationships/image" Target="../media/image37.emf"/><Relationship Id="rId10" Type="http://schemas.openxmlformats.org/officeDocument/2006/relationships/image" Target="../media/image32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Relationship Id="rId14" Type="http://schemas.openxmlformats.org/officeDocument/2006/relationships/image" Target="../media/image3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ctrTitle"/>
          </p:nvPr>
        </p:nvSpPr>
        <p:spPr>
          <a:xfrm>
            <a:off x="1655763" y="4527549"/>
            <a:ext cx="7561262" cy="1008509"/>
          </a:xfrm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en-US" altLang="zh-CN" sz="3200" dirty="0"/>
              <a:t>149</a:t>
            </a:r>
            <a:r>
              <a:rPr lang="zh-CN" altLang="en-US" sz="3200" dirty="0"/>
              <a:t>厂三维工艺协同管理平台</a:t>
            </a:r>
            <a:r>
              <a:rPr lang="zh-CN" altLang="en-US" sz="3200" dirty="0" smtClean="0"/>
              <a:t>项目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zh-CN" altLang="en-US" sz="3200" smtClean="0"/>
              <a:t>项目前期准备</a:t>
            </a:r>
            <a:r>
              <a:rPr lang="zh-CN" altLang="en-US" sz="3200" dirty="0" smtClean="0"/>
              <a:t>工作交流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56259" y="5824091"/>
            <a:ext cx="7561262" cy="51911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国睿信维   曾志超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5269" y="934030"/>
            <a:ext cx="5043079" cy="450109"/>
          </a:xfrm>
        </p:spPr>
        <p:txBody>
          <a:bodyPr/>
          <a:lstStyle/>
          <a:p>
            <a:r>
              <a:rPr lang="en-US" altLang="zh-CN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Agenda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2006 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1551621" y="1863651"/>
            <a:ext cx="732948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项目实施方法简介</a:t>
            </a:r>
            <a:endParaRPr lang="en-US" altLang="zh-CN" sz="2400" b="1" dirty="0" smtClean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项目总体计划说明</a:t>
            </a:r>
            <a:endParaRPr lang="en-US" altLang="zh-CN" sz="2400" b="1" dirty="0" smtClean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业务访谈计划说明</a:t>
            </a:r>
            <a:endParaRPr lang="en-US" altLang="zh-CN" sz="2400" b="1" dirty="0" smtClean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业务访谈提纲说明</a:t>
            </a:r>
            <a:endParaRPr lang="en-US" altLang="zh-CN" sz="2400" b="1" dirty="0" smtClean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2203" y="2007667"/>
            <a:ext cx="5832648" cy="72008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39289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091" y="855539"/>
            <a:ext cx="9721850" cy="468313"/>
          </a:xfrm>
        </p:spPr>
        <p:txBody>
          <a:bodyPr/>
          <a:lstStyle/>
          <a:p>
            <a:r>
              <a:rPr lang="zh-CN" altLang="en-US" dirty="0" smtClean="0"/>
              <a:t>项目实施范围与目标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03564" y="1719635"/>
            <a:ext cx="1656184" cy="20445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厂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83017" y="3864474"/>
            <a:ext cx="1656184" cy="2319657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厂</a:t>
            </a:r>
            <a:endPara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31756" y="1719635"/>
            <a:ext cx="5256584" cy="204452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PDS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二期设计制造一体化项目</a:t>
            </a:r>
            <a:endParaRPr lang="en-US" altLang="zh-CN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全三维工程化设计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跨厂所电子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数据传递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PDS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系统安全改造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</a:rPr>
              <a:t>PDS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系统功能优化</a:t>
            </a:r>
            <a:endParaRPr lang="en-US" altLang="zh-CN" sz="16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360348" y="1719635"/>
            <a:ext cx="1656184" cy="446449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实现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三维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MBD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设计到工艺、制造的数据传递与一体化管控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031756" y="3864473"/>
            <a:ext cx="5256584" cy="231965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三维工艺协同管理平台项目</a:t>
            </a:r>
            <a:endParaRPr lang="en-US" altLang="zh-CN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设计数据接收平台建设</a:t>
            </a:r>
            <a:endParaRPr lang="en-US" altLang="zh-CN" sz="16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工艺数据一体化管理（</a:t>
            </a:r>
            <a:r>
              <a:rPr lang="en-US" altLang="zh-CN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PBOM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设计管理、</a:t>
            </a:r>
            <a:r>
              <a:rPr lang="en-US" altLang="zh-CN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CAPP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集成、工艺变更、工装设计数据管理）</a:t>
            </a:r>
            <a:endParaRPr lang="en-US" altLang="zh-CN" sz="16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三维工艺设计管理验证系统建设</a:t>
            </a:r>
            <a:endParaRPr lang="en-US" altLang="zh-CN" sz="16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ERP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集成</a:t>
            </a:r>
            <a:endParaRPr lang="en-US" altLang="zh-CN" sz="16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114479" y="1719636"/>
            <a:ext cx="1656184" cy="446449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实现全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三维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工程化相关规范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标准体系的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建立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868421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5268" y="909486"/>
            <a:ext cx="5235418" cy="450109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项目实施的最佳实践方法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2885987" y="6643799"/>
            <a:ext cx="5314414" cy="107839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© 2006 </a:t>
            </a:r>
            <a:endParaRPr lang="en-US" dirty="0"/>
          </a:p>
        </p:txBody>
      </p:sp>
      <p:pic>
        <p:nvPicPr>
          <p:cNvPr id="5" name="Picture 2" descr="programmgm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5025" y="2527176"/>
            <a:ext cx="802600" cy="609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9067" y="3110130"/>
            <a:ext cx="111201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00000"/>
              </a:lnSpc>
              <a:buFontTx/>
              <a:buNone/>
            </a:pPr>
            <a:r>
              <a:rPr lang="zh-CN" altLang="en-US" sz="1000" b="1">
                <a:solidFill>
                  <a:schemeClr val="tx2"/>
                </a:solidFill>
                <a:latin typeface="Arial" charset="0"/>
                <a:ea typeface="MS PGothic" pitchFamily="34" charset="-128"/>
              </a:rPr>
              <a:t>管理层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6259" y="4245562"/>
            <a:ext cx="11645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00000"/>
              </a:lnSpc>
              <a:buFontTx/>
              <a:buNone/>
            </a:pPr>
            <a:r>
              <a:rPr lang="zh-CN" altLang="en-US" sz="1000" b="1" dirty="0">
                <a:solidFill>
                  <a:schemeClr val="tx2"/>
                </a:solidFill>
                <a:latin typeface="Arial" charset="0"/>
                <a:ea typeface="MS PGothic" pitchFamily="34" charset="-128"/>
              </a:rPr>
              <a:t>业务层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" y="5424754"/>
            <a:ext cx="134829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00000"/>
              </a:lnSpc>
              <a:buFontTx/>
              <a:buNone/>
            </a:pPr>
            <a:r>
              <a:rPr lang="zh-CN" altLang="en-US" sz="1000" b="1">
                <a:solidFill>
                  <a:schemeClr val="tx2"/>
                </a:solidFill>
                <a:latin typeface="Arial" charset="0"/>
                <a:ea typeface="MS PGothic" pitchFamily="34" charset="-128"/>
              </a:rPr>
              <a:t>技术层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115766" y="2030715"/>
            <a:ext cx="9409926" cy="369332"/>
          </a:xfrm>
          <a:prstGeom prst="chevron">
            <a:avLst>
              <a:gd name="adj" fmla="val 34278"/>
            </a:avLst>
          </a:prstGeom>
          <a:gradFill rotWithShape="1">
            <a:gsLst>
              <a:gs pos="0">
                <a:schemeClr val="accent2">
                  <a:gamma/>
                  <a:tint val="0"/>
                  <a:invGamma/>
                  <a:alpha val="23000"/>
                </a:schemeClr>
              </a:gs>
              <a:gs pos="100000">
                <a:schemeClr val="accent2"/>
              </a:gs>
            </a:gsLst>
            <a:lin ang="5400000" scaled="1"/>
          </a:gradFill>
          <a:ln w="1905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 b="1"/>
          </a:p>
        </p:txBody>
      </p: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8967371" y="2043526"/>
            <a:ext cx="1597700" cy="369561"/>
            <a:chOff x="4809" y="3522"/>
            <a:chExt cx="852" cy="436"/>
          </a:xfrm>
        </p:grpSpPr>
        <p:sp>
          <p:nvSpPr>
            <p:cNvPr id="11" name="AutoShape 9"/>
            <p:cNvSpPr>
              <a:spLocks noChangeArrowheads="1"/>
            </p:cNvSpPr>
            <p:nvPr/>
          </p:nvSpPr>
          <p:spPr bwMode="auto">
            <a:xfrm>
              <a:off x="4809" y="3522"/>
              <a:ext cx="852" cy="436"/>
            </a:xfrm>
            <a:prstGeom prst="chevron">
              <a:avLst>
                <a:gd name="adj" fmla="val 20149"/>
              </a:avLst>
            </a:prstGeom>
            <a:gradFill rotWithShape="1">
              <a:gsLst>
                <a:gs pos="0">
                  <a:srgbClr val="C0CCD4"/>
                </a:gs>
                <a:gs pos="50000">
                  <a:srgbClr val="FFFFFF"/>
                </a:gs>
                <a:gs pos="100000">
                  <a:srgbClr val="C0CCD4"/>
                </a:gs>
              </a:gsLst>
              <a:lin ang="5400000" scaled="1"/>
            </a:gradFill>
            <a:ln w="190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879" y="3617"/>
              <a:ext cx="764" cy="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FontTx/>
                <a:buNone/>
                <a:defRPr/>
              </a:pPr>
              <a:r>
                <a:rPr lang="zh-CN" altLang="en-US" sz="1200" b="1">
                  <a:solidFill>
                    <a:srgbClr val="223542"/>
                  </a:solidFill>
                  <a:latin typeface="Arial Narrow" pitchFamily="34" charset="0"/>
                  <a:cs typeface="Times New Roman" pitchFamily="18" charset="0"/>
                </a:rPr>
                <a:t>方案支持</a:t>
              </a:r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7035879" y="2040400"/>
            <a:ext cx="1597700" cy="369561"/>
            <a:chOff x="4809" y="3522"/>
            <a:chExt cx="852" cy="436"/>
          </a:xfrm>
        </p:grpSpPr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4809" y="3522"/>
              <a:ext cx="852" cy="436"/>
            </a:xfrm>
            <a:prstGeom prst="chevron">
              <a:avLst>
                <a:gd name="adj" fmla="val 20149"/>
              </a:avLst>
            </a:prstGeom>
            <a:gradFill rotWithShape="1">
              <a:gsLst>
                <a:gs pos="0">
                  <a:srgbClr val="C0CCD4"/>
                </a:gs>
                <a:gs pos="50000">
                  <a:srgbClr val="FFFFFF"/>
                </a:gs>
                <a:gs pos="100000">
                  <a:srgbClr val="C0CCD4"/>
                </a:gs>
              </a:gsLst>
              <a:lin ang="5400000" scaled="1"/>
            </a:gradFill>
            <a:ln w="190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4879" y="3617"/>
              <a:ext cx="764" cy="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FontTx/>
                <a:buNone/>
                <a:defRPr/>
              </a:pPr>
              <a:r>
                <a:rPr lang="zh-CN" altLang="en-US" sz="1200" b="1">
                  <a:solidFill>
                    <a:srgbClr val="223542"/>
                  </a:solidFill>
                  <a:latin typeface="Arial Narrow" pitchFamily="34" charset="0"/>
                  <a:cs typeface="Times New Roman" pitchFamily="18" charset="0"/>
                </a:rPr>
                <a:t>方案部署</a:t>
              </a:r>
            </a:p>
          </p:txBody>
        </p:sp>
      </p:grpSp>
      <p:grpSp>
        <p:nvGrpSpPr>
          <p:cNvPr id="16" name="Group 14"/>
          <p:cNvGrpSpPr>
            <a:grpSpLocks/>
          </p:cNvGrpSpPr>
          <p:nvPr/>
        </p:nvGrpSpPr>
        <p:grpSpPr bwMode="auto">
          <a:xfrm>
            <a:off x="5106264" y="2037274"/>
            <a:ext cx="1597700" cy="369561"/>
            <a:chOff x="4809" y="3522"/>
            <a:chExt cx="852" cy="436"/>
          </a:xfrm>
        </p:grpSpPr>
        <p:sp>
          <p:nvSpPr>
            <p:cNvPr id="17" name="AutoShape 15"/>
            <p:cNvSpPr>
              <a:spLocks noChangeArrowheads="1"/>
            </p:cNvSpPr>
            <p:nvPr/>
          </p:nvSpPr>
          <p:spPr bwMode="auto">
            <a:xfrm>
              <a:off x="4809" y="3522"/>
              <a:ext cx="852" cy="436"/>
            </a:xfrm>
            <a:prstGeom prst="chevron">
              <a:avLst>
                <a:gd name="adj" fmla="val 20149"/>
              </a:avLst>
            </a:prstGeom>
            <a:gradFill rotWithShape="1">
              <a:gsLst>
                <a:gs pos="0">
                  <a:srgbClr val="C0CCD4"/>
                </a:gs>
                <a:gs pos="50000">
                  <a:srgbClr val="FFFFFF"/>
                </a:gs>
                <a:gs pos="100000">
                  <a:srgbClr val="C0CCD4"/>
                </a:gs>
              </a:gsLst>
              <a:lin ang="5400000" scaled="1"/>
            </a:gradFill>
            <a:ln w="190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4879" y="3617"/>
              <a:ext cx="764" cy="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FontTx/>
                <a:buNone/>
                <a:defRPr/>
              </a:pPr>
              <a:r>
                <a:rPr lang="zh-CN" altLang="en-US" sz="1200" b="1">
                  <a:solidFill>
                    <a:srgbClr val="223542"/>
                  </a:solidFill>
                  <a:latin typeface="Arial Narrow" pitchFamily="34" charset="0"/>
                  <a:cs typeface="Times New Roman" pitchFamily="18" charset="0"/>
                </a:rPr>
                <a:t>方案开发</a:t>
              </a:r>
            </a:p>
          </p:txBody>
        </p:sp>
      </p:grp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3176647" y="2034149"/>
            <a:ext cx="1597700" cy="369561"/>
            <a:chOff x="4809" y="3522"/>
            <a:chExt cx="852" cy="436"/>
          </a:xfrm>
        </p:grpSpPr>
        <p:sp>
          <p:nvSpPr>
            <p:cNvPr id="20" name="AutoShape 18"/>
            <p:cNvSpPr>
              <a:spLocks noChangeArrowheads="1"/>
            </p:cNvSpPr>
            <p:nvPr/>
          </p:nvSpPr>
          <p:spPr bwMode="auto">
            <a:xfrm>
              <a:off x="4809" y="3522"/>
              <a:ext cx="852" cy="436"/>
            </a:xfrm>
            <a:prstGeom prst="chevron">
              <a:avLst>
                <a:gd name="adj" fmla="val 20149"/>
              </a:avLst>
            </a:prstGeom>
            <a:gradFill rotWithShape="1">
              <a:gsLst>
                <a:gs pos="0">
                  <a:srgbClr val="C0CCD4"/>
                </a:gs>
                <a:gs pos="50000">
                  <a:srgbClr val="FFFFFF"/>
                </a:gs>
                <a:gs pos="100000">
                  <a:srgbClr val="C0CCD4"/>
                </a:gs>
              </a:gsLst>
              <a:lin ang="5400000" scaled="1"/>
            </a:gradFill>
            <a:ln w="190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4879" y="3617"/>
              <a:ext cx="764" cy="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FontTx/>
                <a:buNone/>
                <a:defRPr/>
              </a:pPr>
              <a:r>
                <a:rPr lang="zh-CN" altLang="en-US" sz="1200" b="1">
                  <a:solidFill>
                    <a:srgbClr val="223542"/>
                  </a:solidFill>
                  <a:latin typeface="Arial Narrow" pitchFamily="34" charset="0"/>
                  <a:cs typeface="Times New Roman" pitchFamily="18" charset="0"/>
                </a:rPr>
                <a:t>方案设计</a:t>
              </a:r>
            </a:p>
          </p:txBody>
        </p:sp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1247031" y="2031023"/>
            <a:ext cx="1597700" cy="369561"/>
            <a:chOff x="4809" y="3522"/>
            <a:chExt cx="852" cy="436"/>
          </a:xfrm>
        </p:grpSpPr>
        <p:sp>
          <p:nvSpPr>
            <p:cNvPr id="23" name="AutoShape 21"/>
            <p:cNvSpPr>
              <a:spLocks noChangeArrowheads="1"/>
            </p:cNvSpPr>
            <p:nvPr/>
          </p:nvSpPr>
          <p:spPr bwMode="auto">
            <a:xfrm>
              <a:off x="4809" y="3522"/>
              <a:ext cx="852" cy="436"/>
            </a:xfrm>
            <a:prstGeom prst="chevron">
              <a:avLst>
                <a:gd name="adj" fmla="val 20149"/>
              </a:avLst>
            </a:prstGeom>
            <a:gradFill rotWithShape="1">
              <a:gsLst>
                <a:gs pos="0">
                  <a:srgbClr val="C0CCD4"/>
                </a:gs>
                <a:gs pos="50000">
                  <a:srgbClr val="FFFFFF"/>
                </a:gs>
                <a:gs pos="100000">
                  <a:srgbClr val="C0CCD4"/>
                </a:gs>
              </a:gsLst>
              <a:lin ang="5400000" scaled="1"/>
            </a:gradFill>
            <a:ln w="190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4879" y="3617"/>
              <a:ext cx="764" cy="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FFFF"/>
              </a:outerShdw>
            </a:effectLst>
          </p:spPr>
          <p:txBody>
            <a:bodyPr anchor="ctr" anchorCtr="1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FontTx/>
                <a:buNone/>
                <a:defRPr/>
              </a:pPr>
              <a:r>
                <a:rPr lang="zh-CN" altLang="en-US" sz="1200" b="1" dirty="0" smtClean="0">
                  <a:solidFill>
                    <a:srgbClr val="223542"/>
                  </a:solidFill>
                  <a:latin typeface="Arial Narrow" pitchFamily="34" charset="0"/>
                  <a:cs typeface="Times New Roman" pitchFamily="18" charset="0"/>
                </a:rPr>
                <a:t>项目规划</a:t>
              </a:r>
              <a:endParaRPr lang="zh-CN" altLang="en-US" sz="1200" b="1" dirty="0">
                <a:solidFill>
                  <a:srgbClr val="223542"/>
                </a:solidFill>
                <a:latin typeface="Arial Narrow" pitchFamily="34" charset="0"/>
                <a:cs typeface="Times New Roman" pitchFamily="18" charset="0"/>
              </a:endParaRPr>
            </a:p>
          </p:txBody>
        </p:sp>
      </p:grpSp>
      <p:pic>
        <p:nvPicPr>
          <p:cNvPr id="25" name="Picture 23" descr="ICON_processConsulti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1895" y="3629006"/>
            <a:ext cx="866358" cy="639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4" descr="ICON_implementration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9400" y="4671446"/>
            <a:ext cx="1031379" cy="804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5" descr="ICON_education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4398" y="5748269"/>
            <a:ext cx="941368" cy="756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1087636" y="1434723"/>
            <a:ext cx="9250532" cy="554822"/>
            <a:chOff x="630" y="3018"/>
            <a:chExt cx="4953" cy="568"/>
          </a:xfrm>
        </p:grpSpPr>
        <p:pic>
          <p:nvPicPr>
            <p:cNvPr id="29" name="Picture 28" descr="arrow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640" y="3018"/>
              <a:ext cx="1943" cy="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" name="Picture 29" descr="arrow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135" y="3020"/>
              <a:ext cx="1943" cy="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1" name="Picture 30" descr="arrow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30" y="3022"/>
              <a:ext cx="1943" cy="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AutoShape 31"/>
            <p:cNvSpPr>
              <a:spLocks noChangeArrowheads="1"/>
            </p:cNvSpPr>
            <p:nvPr/>
          </p:nvSpPr>
          <p:spPr bwMode="auto">
            <a:xfrm>
              <a:off x="760" y="3178"/>
              <a:ext cx="1591" cy="255"/>
            </a:xfrm>
            <a:prstGeom prst="chevron">
              <a:avLst>
                <a:gd name="adj" fmla="val 34893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lnSpc>
                  <a:spcPct val="100000"/>
                </a:lnSpc>
                <a:buFontTx/>
                <a:buNone/>
              </a:pPr>
              <a:r>
                <a:rPr lang="zh-CN" altLang="en-US" sz="1400" b="1" dirty="0">
                  <a:solidFill>
                    <a:schemeClr val="tx2"/>
                  </a:solidFill>
                  <a:latin typeface="Arial Black" pitchFamily="34" charset="0"/>
                </a:rPr>
                <a:t>价值规划</a:t>
              </a:r>
            </a:p>
          </p:txBody>
        </p:sp>
        <p:sp>
          <p:nvSpPr>
            <p:cNvPr id="33" name="AutoShape 32"/>
            <p:cNvSpPr>
              <a:spLocks noChangeArrowheads="1"/>
            </p:cNvSpPr>
            <p:nvPr/>
          </p:nvSpPr>
          <p:spPr bwMode="auto">
            <a:xfrm>
              <a:off x="1793" y="3178"/>
              <a:ext cx="2578" cy="255"/>
            </a:xfrm>
            <a:prstGeom prst="chevron">
              <a:avLst>
                <a:gd name="adj" fmla="val 32950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lnSpc>
                  <a:spcPct val="100000"/>
                </a:lnSpc>
                <a:buFontTx/>
                <a:buNone/>
              </a:pPr>
              <a:r>
                <a:rPr lang="zh-CN" altLang="en-US" sz="1400" b="1" dirty="0">
                  <a:solidFill>
                    <a:schemeClr val="tx2"/>
                  </a:solidFill>
                  <a:latin typeface="Arial Black" pitchFamily="34" charset="0"/>
                </a:rPr>
                <a:t>价值建立</a:t>
              </a:r>
            </a:p>
          </p:txBody>
        </p:sp>
        <p:sp>
          <p:nvSpPr>
            <p:cNvPr id="34" name="AutoShape 33"/>
            <p:cNvSpPr>
              <a:spLocks noChangeArrowheads="1"/>
            </p:cNvSpPr>
            <p:nvPr/>
          </p:nvSpPr>
          <p:spPr bwMode="auto">
            <a:xfrm>
              <a:off x="3929" y="3178"/>
              <a:ext cx="1453" cy="255"/>
            </a:xfrm>
            <a:prstGeom prst="chevron">
              <a:avLst>
                <a:gd name="adj" fmla="val 34083"/>
              </a:avLst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lnSpc>
                  <a:spcPct val="100000"/>
                </a:lnSpc>
                <a:buFontTx/>
                <a:buNone/>
              </a:pPr>
              <a:r>
                <a:rPr lang="zh-CN" altLang="en-US" sz="1400" b="1" dirty="0">
                  <a:solidFill>
                    <a:schemeClr val="tx2"/>
                  </a:solidFill>
                  <a:latin typeface="Arial Black" pitchFamily="34" charset="0"/>
                </a:rPr>
                <a:t>价值实现</a:t>
              </a:r>
            </a:p>
          </p:txBody>
        </p:sp>
      </p:grpSp>
      <p:sp>
        <p:nvSpPr>
          <p:cNvPr id="35" name="Line 34"/>
          <p:cNvSpPr>
            <a:spLocks noChangeShapeType="1"/>
          </p:cNvSpPr>
          <p:nvPr/>
        </p:nvSpPr>
        <p:spPr bwMode="auto">
          <a:xfrm>
            <a:off x="187523" y="3533669"/>
            <a:ext cx="10351294" cy="0"/>
          </a:xfrm>
          <a:prstGeom prst="line">
            <a:avLst/>
          </a:prstGeom>
          <a:noFill/>
          <a:ln w="12700">
            <a:solidFill>
              <a:srgbClr val="CBE62D"/>
            </a:solidFill>
            <a:round/>
            <a:headEnd/>
            <a:tailEnd/>
          </a:ln>
        </p:spPr>
        <p:txBody>
          <a:bodyPr/>
          <a:lstStyle/>
          <a:p>
            <a:endParaRPr lang="zh-CN" altLang="en-US" b="1"/>
          </a:p>
        </p:txBody>
      </p:sp>
      <p:sp>
        <p:nvSpPr>
          <p:cNvPr id="36" name="Line 35"/>
          <p:cNvSpPr>
            <a:spLocks noChangeShapeType="1"/>
          </p:cNvSpPr>
          <p:nvPr/>
        </p:nvSpPr>
        <p:spPr bwMode="auto">
          <a:xfrm>
            <a:off x="176272" y="4593301"/>
            <a:ext cx="10351294" cy="0"/>
          </a:xfrm>
          <a:prstGeom prst="line">
            <a:avLst/>
          </a:prstGeom>
          <a:noFill/>
          <a:ln w="12700">
            <a:solidFill>
              <a:srgbClr val="CBE62D"/>
            </a:solidFill>
            <a:round/>
            <a:headEnd/>
            <a:tailEnd/>
          </a:ln>
        </p:spPr>
        <p:txBody>
          <a:bodyPr/>
          <a:lstStyle/>
          <a:p>
            <a:endParaRPr lang="zh-CN" altLang="en-US" b="1"/>
          </a:p>
        </p:txBody>
      </p:sp>
      <p:sp>
        <p:nvSpPr>
          <p:cNvPr id="37" name="Line 36"/>
          <p:cNvSpPr>
            <a:spLocks noChangeShapeType="1"/>
          </p:cNvSpPr>
          <p:nvPr/>
        </p:nvSpPr>
        <p:spPr bwMode="auto">
          <a:xfrm>
            <a:off x="176272" y="5756083"/>
            <a:ext cx="10351294" cy="0"/>
          </a:xfrm>
          <a:prstGeom prst="line">
            <a:avLst/>
          </a:prstGeom>
          <a:noFill/>
          <a:ln w="12700">
            <a:solidFill>
              <a:srgbClr val="CBE62D"/>
            </a:solidFill>
            <a:round/>
            <a:headEnd/>
            <a:tailEnd/>
          </a:ln>
        </p:spPr>
        <p:txBody>
          <a:bodyPr/>
          <a:lstStyle/>
          <a:p>
            <a:endParaRPr lang="zh-CN" altLang="en-US" b="1"/>
          </a:p>
        </p:txBody>
      </p:sp>
      <p:sp>
        <p:nvSpPr>
          <p:cNvPr id="38" name="AutoShape 37"/>
          <p:cNvSpPr>
            <a:spLocks noChangeArrowheads="1"/>
          </p:cNvSpPr>
          <p:nvPr/>
        </p:nvSpPr>
        <p:spPr bwMode="auto">
          <a:xfrm>
            <a:off x="3180398" y="3230471"/>
            <a:ext cx="5374422" cy="29851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项目执行、监督与控制</a:t>
            </a:r>
            <a:endParaRPr lang="en-US" altLang="zh-CN" sz="1000" b="1" dirty="0"/>
          </a:p>
        </p:txBody>
      </p:sp>
      <p:sp>
        <p:nvSpPr>
          <p:cNvPr id="39" name="AutoShape 38"/>
          <p:cNvSpPr>
            <a:spLocks noChangeArrowheads="1"/>
          </p:cNvSpPr>
          <p:nvPr/>
        </p:nvSpPr>
        <p:spPr bwMode="auto">
          <a:xfrm>
            <a:off x="1299538" y="2513110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en-US" altLang="zh-CN" sz="1000" b="1" dirty="0" smtClean="0"/>
              <a:t>PDS</a:t>
            </a:r>
            <a:r>
              <a:rPr lang="zh-CN" altLang="en-US" sz="1000" b="1" dirty="0" smtClean="0"/>
              <a:t>需求</a:t>
            </a:r>
            <a:r>
              <a:rPr lang="zh-CN" altLang="en-US" sz="1000" b="1" dirty="0"/>
              <a:t>定义</a:t>
            </a:r>
          </a:p>
        </p:txBody>
      </p:sp>
      <p:sp>
        <p:nvSpPr>
          <p:cNvPr id="40" name="AutoShape 39"/>
          <p:cNvSpPr>
            <a:spLocks noChangeArrowheads="1"/>
          </p:cNvSpPr>
          <p:nvPr/>
        </p:nvSpPr>
        <p:spPr bwMode="auto">
          <a:xfrm>
            <a:off x="1299538" y="3230471"/>
            <a:ext cx="1447681" cy="29851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en-US" altLang="zh-CN" sz="1000" b="1" dirty="0" smtClean="0"/>
              <a:t>PDS</a:t>
            </a:r>
            <a:r>
              <a:rPr lang="zh-CN" altLang="en-US" sz="1000" b="1" dirty="0" smtClean="0"/>
              <a:t>项目</a:t>
            </a:r>
            <a:r>
              <a:rPr lang="zh-CN" altLang="en-US" sz="1000" b="1" dirty="0"/>
              <a:t>实施规划</a:t>
            </a:r>
          </a:p>
        </p:txBody>
      </p:sp>
      <p:sp>
        <p:nvSpPr>
          <p:cNvPr id="41" name="AutoShape 40"/>
          <p:cNvSpPr>
            <a:spLocks noChangeArrowheads="1"/>
          </p:cNvSpPr>
          <p:nvPr/>
        </p:nvSpPr>
        <p:spPr bwMode="auto">
          <a:xfrm>
            <a:off x="3187898" y="2866321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项目启动与计划制订</a:t>
            </a:r>
          </a:p>
        </p:txBody>
      </p:sp>
      <p:sp>
        <p:nvSpPr>
          <p:cNvPr id="42" name="AutoShape 41"/>
          <p:cNvSpPr>
            <a:spLocks noChangeArrowheads="1"/>
          </p:cNvSpPr>
          <p:nvPr/>
        </p:nvSpPr>
        <p:spPr bwMode="auto">
          <a:xfrm>
            <a:off x="3187898" y="2513110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业务方案策略选定</a:t>
            </a:r>
          </a:p>
        </p:txBody>
      </p:sp>
      <p:sp>
        <p:nvSpPr>
          <p:cNvPr id="43" name="AutoShape 42"/>
          <p:cNvSpPr>
            <a:spLocks noChangeArrowheads="1"/>
          </p:cNvSpPr>
          <p:nvPr/>
        </p:nvSpPr>
        <p:spPr bwMode="auto">
          <a:xfrm>
            <a:off x="1299538" y="2866321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en-US" altLang="zh-CN" sz="1000" b="1" dirty="0" smtClean="0"/>
              <a:t>PDS</a:t>
            </a:r>
            <a:r>
              <a:rPr lang="zh-CN" altLang="en-US" sz="1000" b="1" dirty="0" smtClean="0"/>
              <a:t>项目</a:t>
            </a:r>
            <a:r>
              <a:rPr lang="zh-CN" altLang="en-US" sz="1000" b="1" dirty="0"/>
              <a:t>目标</a:t>
            </a:r>
          </a:p>
        </p:txBody>
      </p:sp>
      <p:sp>
        <p:nvSpPr>
          <p:cNvPr id="44" name="AutoShape 43"/>
          <p:cNvSpPr>
            <a:spLocks noChangeArrowheads="1"/>
          </p:cNvSpPr>
          <p:nvPr/>
        </p:nvSpPr>
        <p:spPr bwMode="auto">
          <a:xfrm>
            <a:off x="7077135" y="2513110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价值实现</a:t>
            </a:r>
          </a:p>
        </p:txBody>
      </p:sp>
      <p:sp>
        <p:nvSpPr>
          <p:cNvPr id="45" name="AutoShape 44"/>
          <p:cNvSpPr>
            <a:spLocks noChangeArrowheads="1"/>
          </p:cNvSpPr>
          <p:nvPr/>
        </p:nvSpPr>
        <p:spPr bwMode="auto">
          <a:xfrm>
            <a:off x="7077135" y="2866321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 dirty="0" smtClean="0"/>
              <a:t>项目结案</a:t>
            </a:r>
            <a:endParaRPr lang="zh-CN" altLang="en-US" sz="1000" b="1" dirty="0"/>
          </a:p>
        </p:txBody>
      </p:sp>
      <p:sp>
        <p:nvSpPr>
          <p:cNvPr id="46" name="AutoShape 45"/>
          <p:cNvSpPr>
            <a:spLocks noChangeArrowheads="1"/>
          </p:cNvSpPr>
          <p:nvPr/>
        </p:nvSpPr>
        <p:spPr bwMode="auto">
          <a:xfrm>
            <a:off x="3176647" y="3697772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业务流程分析与设计</a:t>
            </a:r>
            <a:endParaRPr lang="en-US" altLang="zh-CN" sz="1000" b="1" dirty="0"/>
          </a:p>
        </p:txBody>
      </p:sp>
      <p:sp>
        <p:nvSpPr>
          <p:cNvPr id="47" name="AutoShape 46"/>
          <p:cNvSpPr>
            <a:spLocks noChangeArrowheads="1"/>
          </p:cNvSpPr>
          <p:nvPr/>
        </p:nvSpPr>
        <p:spPr bwMode="auto">
          <a:xfrm>
            <a:off x="2015878" y="4096307"/>
            <a:ext cx="6535191" cy="29851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需求管理</a:t>
            </a:r>
          </a:p>
        </p:txBody>
      </p:sp>
      <p:sp>
        <p:nvSpPr>
          <p:cNvPr id="48" name="AutoShape 47"/>
          <p:cNvSpPr>
            <a:spLocks noChangeArrowheads="1"/>
          </p:cNvSpPr>
          <p:nvPr/>
        </p:nvSpPr>
        <p:spPr bwMode="auto">
          <a:xfrm>
            <a:off x="7077135" y="4801165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系统安装配置</a:t>
            </a:r>
          </a:p>
        </p:txBody>
      </p:sp>
      <p:sp>
        <p:nvSpPr>
          <p:cNvPr id="49" name="AutoShape 48"/>
          <p:cNvSpPr>
            <a:spLocks noChangeArrowheads="1"/>
          </p:cNvSpPr>
          <p:nvPr/>
        </p:nvSpPr>
        <p:spPr bwMode="auto">
          <a:xfrm>
            <a:off x="5128767" y="4801165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应用方案开发</a:t>
            </a:r>
          </a:p>
        </p:txBody>
      </p:sp>
      <p:sp>
        <p:nvSpPr>
          <p:cNvPr id="50" name="AutoShape 49"/>
          <p:cNvSpPr>
            <a:spLocks noChangeArrowheads="1"/>
          </p:cNvSpPr>
          <p:nvPr/>
        </p:nvSpPr>
        <p:spPr bwMode="auto">
          <a:xfrm>
            <a:off x="3176647" y="5198136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业务解决方案设计</a:t>
            </a:r>
          </a:p>
        </p:txBody>
      </p:sp>
      <p:sp>
        <p:nvSpPr>
          <p:cNvPr id="51" name="AutoShape 50"/>
          <p:cNvSpPr>
            <a:spLocks noChangeArrowheads="1"/>
          </p:cNvSpPr>
          <p:nvPr/>
        </p:nvSpPr>
        <p:spPr bwMode="auto">
          <a:xfrm>
            <a:off x="3176647" y="4801165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系统总体设计</a:t>
            </a:r>
          </a:p>
        </p:txBody>
      </p:sp>
      <p:sp>
        <p:nvSpPr>
          <p:cNvPr id="52" name="AutoShape 51"/>
          <p:cNvSpPr>
            <a:spLocks noChangeArrowheads="1"/>
          </p:cNvSpPr>
          <p:nvPr/>
        </p:nvSpPr>
        <p:spPr bwMode="auto">
          <a:xfrm>
            <a:off x="7077135" y="5863923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系统培训</a:t>
            </a:r>
          </a:p>
        </p:txBody>
      </p:sp>
      <p:sp>
        <p:nvSpPr>
          <p:cNvPr id="53" name="AutoShape 52"/>
          <p:cNvSpPr>
            <a:spLocks noChangeArrowheads="1"/>
          </p:cNvSpPr>
          <p:nvPr/>
        </p:nvSpPr>
        <p:spPr bwMode="auto">
          <a:xfrm>
            <a:off x="7077135" y="6267146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系统演示</a:t>
            </a:r>
          </a:p>
        </p:txBody>
      </p:sp>
      <p:sp>
        <p:nvSpPr>
          <p:cNvPr id="54" name="AutoShape 53"/>
          <p:cNvSpPr>
            <a:spLocks noChangeArrowheads="1"/>
          </p:cNvSpPr>
          <p:nvPr/>
        </p:nvSpPr>
        <p:spPr bwMode="auto">
          <a:xfrm>
            <a:off x="1421428" y="6267146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培训规划</a:t>
            </a:r>
          </a:p>
        </p:txBody>
      </p:sp>
      <p:sp>
        <p:nvSpPr>
          <p:cNvPr id="55" name="AutoShape 54"/>
          <p:cNvSpPr>
            <a:spLocks noChangeArrowheads="1"/>
          </p:cNvSpPr>
          <p:nvPr/>
        </p:nvSpPr>
        <p:spPr bwMode="auto">
          <a:xfrm>
            <a:off x="1421428" y="5863923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培训需求分析</a:t>
            </a:r>
          </a:p>
        </p:txBody>
      </p:sp>
      <p:sp>
        <p:nvSpPr>
          <p:cNvPr id="56" name="AutoShape 60"/>
          <p:cNvSpPr>
            <a:spLocks noChangeArrowheads="1"/>
          </p:cNvSpPr>
          <p:nvPr/>
        </p:nvSpPr>
        <p:spPr bwMode="auto">
          <a:xfrm>
            <a:off x="3176647" y="5882677"/>
            <a:ext cx="1447681" cy="298509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8BA1AF">
                <a:alpha val="50000"/>
              </a:srgbClr>
            </a:outerShdw>
          </a:effectLst>
        </p:spPr>
        <p:txBody>
          <a:bodyPr wrap="none" anchor="ctr"/>
          <a:lstStyle/>
          <a:p>
            <a:pPr algn="ctr" eaLnBrk="0" hangingPunct="0">
              <a:lnSpc>
                <a:spcPct val="100000"/>
              </a:lnSpc>
              <a:buFontTx/>
              <a:buNone/>
              <a:defRPr/>
            </a:pPr>
            <a:r>
              <a:rPr lang="zh-CN" altLang="en-US" sz="1000" b="1"/>
              <a:t>系统基础培训</a:t>
            </a:r>
            <a:endParaRPr lang="en-US" altLang="zh-CN" sz="1000" b="1" dirty="0"/>
          </a:p>
        </p:txBody>
      </p:sp>
      <p:sp>
        <p:nvSpPr>
          <p:cNvPr id="60" name="Text Box 26"/>
          <p:cNvSpPr txBox="1">
            <a:spLocks noChangeArrowheads="1"/>
          </p:cNvSpPr>
          <p:nvPr/>
        </p:nvSpPr>
        <p:spPr bwMode="auto">
          <a:xfrm>
            <a:off x="84349" y="6400012"/>
            <a:ext cx="116452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00000"/>
              </a:lnSpc>
              <a:buFontTx/>
              <a:buNone/>
            </a:pPr>
            <a:r>
              <a:rPr lang="zh-CN" altLang="en-US" sz="1000" b="1" dirty="0">
                <a:solidFill>
                  <a:schemeClr val="tx2"/>
                </a:solidFill>
                <a:latin typeface="Arial" charset="0"/>
                <a:ea typeface="MS PGothic" pitchFamily="34" charset="-128"/>
              </a:rPr>
              <a:t>知识宣贯</a:t>
            </a:r>
          </a:p>
        </p:txBody>
      </p:sp>
    </p:spTree>
    <p:extLst>
      <p:ext uri="{BB962C8B-B14F-4D97-AF65-F5344CB8AC3E}">
        <p14:creationId xmlns:p14="http://schemas.microsoft.com/office/powerpoint/2010/main" val="268828757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z="2500" dirty="0">
                <a:latin typeface="黑体" pitchFamily="49" charset="-122"/>
                <a:ea typeface="黑体" pitchFamily="49" charset="-122"/>
                <a:cs typeface="+mj-cs"/>
              </a:rPr>
              <a:t>项目</a:t>
            </a:r>
            <a:r>
              <a:rPr lang="zh-CN" altLang="en-US" sz="2500" dirty="0" smtClean="0">
                <a:latin typeface="黑体" pitchFamily="49" charset="-122"/>
                <a:ea typeface="黑体" pitchFamily="49" charset="-122"/>
                <a:cs typeface="+mj-cs"/>
              </a:rPr>
              <a:t>实施的</a:t>
            </a:r>
            <a:r>
              <a:rPr lang="zh-CN" altLang="en-US" sz="2500" dirty="0">
                <a:latin typeface="黑体" pitchFamily="49" charset="-122"/>
                <a:ea typeface="黑体" pitchFamily="49" charset="-122"/>
                <a:cs typeface="+mj-cs"/>
              </a:rPr>
              <a:t>阶段</a:t>
            </a: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gray">
          <a:xfrm>
            <a:off x="7035229" y="2637669"/>
            <a:ext cx="3766121" cy="619125"/>
          </a:xfrm>
          <a:prstGeom prst="rect">
            <a:avLst/>
          </a:prstGeom>
          <a:solidFill>
            <a:srgbClr val="0067B4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charset="-122"/>
              <a:cs typeface="Arial" charset="0"/>
            </a:endParaRPr>
          </a:p>
        </p:txBody>
      </p:sp>
      <p:sp>
        <p:nvSpPr>
          <p:cNvPr id="28" name="Rectangle 3"/>
          <p:cNvSpPr>
            <a:spLocks noChangeArrowheads="1"/>
          </p:cNvSpPr>
          <p:nvPr/>
        </p:nvSpPr>
        <p:spPr bwMode="invGray">
          <a:xfrm>
            <a:off x="0" y="2636082"/>
            <a:ext cx="7514137" cy="619125"/>
          </a:xfrm>
          <a:prstGeom prst="rect">
            <a:avLst/>
          </a:prstGeom>
          <a:solidFill>
            <a:srgbClr val="0067B4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charset="-122"/>
              <a:cs typeface="Arial" charset="0"/>
            </a:endParaRPr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 rot="5400000">
            <a:off x="7796747" y="2856743"/>
            <a:ext cx="288925" cy="190500"/>
          </a:xfrm>
          <a:prstGeom prst="triangle">
            <a:avLst>
              <a:gd name="adj" fmla="val 50000"/>
            </a:avLst>
          </a:prstGeom>
          <a:solidFill>
            <a:srgbClr val="0067B4"/>
          </a:solidFill>
          <a:ln w="9525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charset="-122"/>
              <a:cs typeface="Arial" charset="0"/>
            </a:endParaRPr>
          </a:p>
        </p:txBody>
      </p:sp>
      <p:sp>
        <p:nvSpPr>
          <p:cNvPr id="30" name="AutoShape 11"/>
          <p:cNvSpPr>
            <a:spLocks noChangeArrowheads="1"/>
          </p:cNvSpPr>
          <p:nvPr/>
        </p:nvSpPr>
        <p:spPr bwMode="gray">
          <a:xfrm>
            <a:off x="5544691" y="2803068"/>
            <a:ext cx="367811" cy="273050"/>
          </a:xfrm>
          <a:prstGeom prst="rightArrow">
            <a:avLst>
              <a:gd name="adj1" fmla="val 50000"/>
              <a:gd name="adj2" fmla="val 60467"/>
            </a:avLst>
          </a:prstGeom>
          <a:gradFill rotWithShape="1">
            <a:gsLst>
              <a:gs pos="0">
                <a:srgbClr val="0067B4"/>
              </a:gs>
              <a:gs pos="100000">
                <a:srgbClr val="FFFF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>
            <a:outerShdw dist="28398" dir="1593903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31" name="Text Box 12"/>
          <p:cNvSpPr txBox="1">
            <a:spLocks noChangeArrowheads="1"/>
          </p:cNvSpPr>
          <p:nvPr/>
        </p:nvSpPr>
        <p:spPr bwMode="white">
          <a:xfrm>
            <a:off x="5929862" y="2637666"/>
            <a:ext cx="177506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 eaLnBrk="0" hangingPunct="0">
              <a:defRPr sz="1500">
                <a:solidFill>
                  <a:srgbClr val="FFFFFF"/>
                </a:solidFill>
                <a:ea typeface="宋体" charset="-122"/>
                <a:cs typeface="Arial" charset="0"/>
              </a:defRPr>
            </a:lvl1pPr>
          </a:lstStyle>
          <a:p>
            <a:r>
              <a:rPr lang="zh-CN" altLang="en-US" b="1" dirty="0" smtClean="0"/>
              <a:t>生产</a:t>
            </a:r>
            <a:r>
              <a:rPr lang="zh-CN" altLang="en-US" b="1" dirty="0"/>
              <a:t>系统部署与试运行</a:t>
            </a:r>
          </a:p>
        </p:txBody>
      </p:sp>
      <p:sp>
        <p:nvSpPr>
          <p:cNvPr id="33" name="AutoShape 11"/>
          <p:cNvSpPr>
            <a:spLocks noChangeArrowheads="1"/>
          </p:cNvSpPr>
          <p:nvPr/>
        </p:nvSpPr>
        <p:spPr bwMode="gray">
          <a:xfrm>
            <a:off x="3491971" y="2802766"/>
            <a:ext cx="367811" cy="273050"/>
          </a:xfrm>
          <a:prstGeom prst="rightArrow">
            <a:avLst>
              <a:gd name="adj1" fmla="val 50000"/>
              <a:gd name="adj2" fmla="val 60467"/>
            </a:avLst>
          </a:prstGeom>
          <a:gradFill rotWithShape="1">
            <a:gsLst>
              <a:gs pos="0">
                <a:srgbClr val="0067B4"/>
              </a:gs>
              <a:gs pos="100000">
                <a:srgbClr val="FFFF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>
            <a:outerShdw dist="28398" dir="1593903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36" name="AutoShape 15"/>
          <p:cNvSpPr>
            <a:spLocks noChangeArrowheads="1"/>
          </p:cNvSpPr>
          <p:nvPr/>
        </p:nvSpPr>
        <p:spPr bwMode="gray">
          <a:xfrm>
            <a:off x="1493990" y="3423481"/>
            <a:ext cx="484309" cy="433385"/>
          </a:xfrm>
          <a:prstGeom prst="diamond">
            <a:avLst/>
          </a:prstGeom>
          <a:gradFill rotWithShape="1">
            <a:gsLst>
              <a:gs pos="0">
                <a:srgbClr val="D5E04D">
                  <a:shade val="51000"/>
                  <a:satMod val="130000"/>
                </a:srgbClr>
              </a:gs>
              <a:gs pos="80000">
                <a:srgbClr val="D5E04D">
                  <a:shade val="93000"/>
                  <a:satMod val="130000"/>
                </a:srgbClr>
              </a:gs>
              <a:gs pos="100000">
                <a:srgbClr val="D5E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5E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>
            <a:flatTx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Arial" pitchFamily="34" charset="0"/>
              </a:rPr>
              <a:t>M1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37" name="AutoShape 11"/>
          <p:cNvSpPr>
            <a:spLocks noChangeArrowheads="1"/>
          </p:cNvSpPr>
          <p:nvPr/>
        </p:nvSpPr>
        <p:spPr bwMode="gray">
          <a:xfrm>
            <a:off x="7704931" y="2803068"/>
            <a:ext cx="369277" cy="273050"/>
          </a:xfrm>
          <a:prstGeom prst="rightArrow">
            <a:avLst>
              <a:gd name="adj1" fmla="val 50000"/>
              <a:gd name="adj2" fmla="val 60467"/>
            </a:avLst>
          </a:prstGeom>
          <a:gradFill rotWithShape="1">
            <a:gsLst>
              <a:gs pos="0">
                <a:srgbClr val="0067B4"/>
              </a:gs>
              <a:gs pos="100000">
                <a:srgbClr val="FFFF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>
            <a:outerShdw dist="28398" dir="1593903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SimSun" pitchFamily="2" charset="-122"/>
              <a:cs typeface="Arial" pitchFamily="34" charset="0"/>
            </a:endParaRPr>
          </a:p>
        </p:txBody>
      </p:sp>
      <p:cxnSp>
        <p:nvCxnSpPr>
          <p:cNvPr id="38" name="直接箭头连接符 37"/>
          <p:cNvCxnSpPr>
            <a:stCxn id="36" idx="3"/>
            <a:endCxn id="46" idx="1"/>
          </p:cNvCxnSpPr>
          <p:nvPr/>
        </p:nvCxnSpPr>
        <p:spPr>
          <a:xfrm flipV="1">
            <a:off x="1978299" y="3640173"/>
            <a:ext cx="1397174" cy="1"/>
          </a:xfrm>
          <a:prstGeom prst="straightConnector1">
            <a:avLst/>
          </a:prstGeom>
          <a:noFill/>
          <a:ln w="12700" cap="flat" cmpd="sng" algn="ctr">
            <a:solidFill>
              <a:srgbClr val="4D4D4F">
                <a:lumMod val="50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40" name="直接箭头连接符 39"/>
          <p:cNvCxnSpPr>
            <a:stCxn id="49" idx="3"/>
            <a:endCxn id="52" idx="1"/>
          </p:cNvCxnSpPr>
          <p:nvPr/>
        </p:nvCxnSpPr>
        <p:spPr>
          <a:xfrm>
            <a:off x="5884984" y="3640174"/>
            <a:ext cx="1675931" cy="0"/>
          </a:xfrm>
          <a:prstGeom prst="straightConnector1">
            <a:avLst/>
          </a:prstGeom>
          <a:noFill/>
          <a:ln w="12700" cap="flat" cmpd="sng" algn="ctr">
            <a:solidFill>
              <a:srgbClr val="4D4D4F">
                <a:lumMod val="50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3" name="流程图: 联系 42"/>
          <p:cNvSpPr/>
          <p:nvPr/>
        </p:nvSpPr>
        <p:spPr>
          <a:xfrm>
            <a:off x="216099" y="2815466"/>
            <a:ext cx="279400" cy="279400"/>
          </a:xfrm>
          <a:prstGeom prst="flowChartConnector">
            <a:avLst/>
          </a:prstGeom>
          <a:gradFill rotWithShape="1">
            <a:gsLst>
              <a:gs pos="0">
                <a:srgbClr val="D5E04D">
                  <a:shade val="51000"/>
                  <a:satMod val="130000"/>
                </a:srgbClr>
              </a:gs>
              <a:gs pos="80000">
                <a:srgbClr val="D5E04D">
                  <a:shade val="93000"/>
                  <a:satMod val="130000"/>
                </a:srgbClr>
              </a:gs>
              <a:gs pos="100000">
                <a:srgbClr val="D5E04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9729787" y="2815466"/>
            <a:ext cx="279400" cy="279400"/>
          </a:xfrm>
          <a:prstGeom prst="flowChartConnector">
            <a:avLst/>
          </a:prstGeom>
          <a:gradFill rotWithShape="1">
            <a:gsLst>
              <a:gs pos="0">
                <a:srgbClr val="8DC85A">
                  <a:shade val="51000"/>
                  <a:satMod val="130000"/>
                </a:srgbClr>
              </a:gs>
              <a:gs pos="80000">
                <a:srgbClr val="8DC85A">
                  <a:shade val="93000"/>
                  <a:satMod val="130000"/>
                </a:srgbClr>
              </a:gs>
              <a:gs pos="100000">
                <a:srgbClr val="8DC85A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</p:txBody>
      </p:sp>
      <p:sp>
        <p:nvSpPr>
          <p:cNvPr id="45" name="AutoShape 43"/>
          <p:cNvSpPr>
            <a:spLocks/>
          </p:cNvSpPr>
          <p:nvPr/>
        </p:nvSpPr>
        <p:spPr bwMode="auto">
          <a:xfrm>
            <a:off x="720155" y="1983571"/>
            <a:ext cx="1581150" cy="366713"/>
          </a:xfrm>
          <a:prstGeom prst="accentCallout2">
            <a:avLst>
              <a:gd name="adj1" fmla="val 41042"/>
              <a:gd name="adj2" fmla="val 395"/>
              <a:gd name="adj3" fmla="val 41042"/>
              <a:gd name="adj4" fmla="val -23459"/>
              <a:gd name="adj5" fmla="val 247910"/>
              <a:gd name="adj6" fmla="val -23648"/>
            </a:avLst>
          </a:prstGeom>
          <a:noFill/>
          <a:ln w="19050">
            <a:solidFill>
              <a:srgbClr val="4D4D4F"/>
            </a:solidFill>
            <a:miter lim="800000"/>
            <a:headEnd/>
            <a:tailEnd type="diamond" w="med" len="med"/>
          </a:ln>
        </p:spPr>
        <p:txBody>
          <a:bodyPr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/>
                <a:ea typeface="黑体"/>
                <a:cs typeface="Arial Unicode MS" pitchFamily="34" charset="-122"/>
              </a:rPr>
              <a:t>2012.5.3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/>
              <a:ea typeface="黑体"/>
              <a:cs typeface="Arial Unicode MS" pitchFamily="34" charset="-122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/>
                <a:ea typeface="黑体"/>
                <a:cs typeface="Arial Unicode MS" pitchFamily="34" charset="-122"/>
              </a:rPr>
              <a:t>项目启动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/>
              <a:ea typeface="黑体"/>
              <a:cs typeface="Arial Unicode MS" pitchFamily="34" charset="-122"/>
            </a:endParaRPr>
          </a:p>
        </p:txBody>
      </p:sp>
      <p:sp>
        <p:nvSpPr>
          <p:cNvPr id="46" name="AutoShape 15"/>
          <p:cNvSpPr>
            <a:spLocks noChangeArrowheads="1"/>
          </p:cNvSpPr>
          <p:nvPr/>
        </p:nvSpPr>
        <p:spPr bwMode="gray">
          <a:xfrm>
            <a:off x="3375473" y="3423480"/>
            <a:ext cx="484309" cy="433385"/>
          </a:xfrm>
          <a:prstGeom prst="diamond">
            <a:avLst/>
          </a:prstGeom>
          <a:gradFill rotWithShape="1">
            <a:gsLst>
              <a:gs pos="0">
                <a:srgbClr val="D5E04D">
                  <a:shade val="51000"/>
                  <a:satMod val="130000"/>
                </a:srgbClr>
              </a:gs>
              <a:gs pos="80000">
                <a:srgbClr val="D5E04D">
                  <a:shade val="93000"/>
                  <a:satMod val="130000"/>
                </a:srgbClr>
              </a:gs>
              <a:gs pos="100000">
                <a:srgbClr val="D5E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5E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>
            <a:flatTx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Arial" pitchFamily="34" charset="0"/>
              </a:rPr>
              <a:t>M2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49" name="AutoShape 15"/>
          <p:cNvSpPr>
            <a:spLocks noChangeArrowheads="1"/>
          </p:cNvSpPr>
          <p:nvPr/>
        </p:nvSpPr>
        <p:spPr bwMode="gray">
          <a:xfrm>
            <a:off x="5400675" y="3423481"/>
            <a:ext cx="484309" cy="433385"/>
          </a:xfrm>
          <a:prstGeom prst="diamond">
            <a:avLst/>
          </a:prstGeom>
          <a:gradFill rotWithShape="1">
            <a:gsLst>
              <a:gs pos="0">
                <a:srgbClr val="D5E04D">
                  <a:shade val="51000"/>
                  <a:satMod val="130000"/>
                </a:srgbClr>
              </a:gs>
              <a:gs pos="80000">
                <a:srgbClr val="D5E04D">
                  <a:shade val="93000"/>
                  <a:satMod val="130000"/>
                </a:srgbClr>
              </a:gs>
              <a:gs pos="100000">
                <a:srgbClr val="D5E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5E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>
            <a:flatTx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Arial" pitchFamily="34" charset="0"/>
              </a:rPr>
              <a:t>M3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52" name="AutoShape 15"/>
          <p:cNvSpPr>
            <a:spLocks noChangeArrowheads="1"/>
          </p:cNvSpPr>
          <p:nvPr/>
        </p:nvSpPr>
        <p:spPr bwMode="gray">
          <a:xfrm>
            <a:off x="7560915" y="3423481"/>
            <a:ext cx="484309" cy="433385"/>
          </a:xfrm>
          <a:prstGeom prst="diamond">
            <a:avLst/>
          </a:prstGeom>
          <a:gradFill rotWithShape="1">
            <a:gsLst>
              <a:gs pos="0">
                <a:srgbClr val="D5E04D">
                  <a:shade val="51000"/>
                  <a:satMod val="130000"/>
                </a:srgbClr>
              </a:gs>
              <a:gs pos="80000">
                <a:srgbClr val="D5E04D">
                  <a:shade val="93000"/>
                  <a:satMod val="130000"/>
                </a:srgbClr>
              </a:gs>
              <a:gs pos="100000">
                <a:srgbClr val="D5E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5E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>
            <a:flatTx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Arial" pitchFamily="34" charset="0"/>
              </a:rPr>
              <a:t>M4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54" name="AutoShape 15"/>
          <p:cNvSpPr>
            <a:spLocks noChangeArrowheads="1"/>
          </p:cNvSpPr>
          <p:nvPr/>
        </p:nvSpPr>
        <p:spPr bwMode="gray">
          <a:xfrm>
            <a:off x="9433123" y="3423481"/>
            <a:ext cx="484309" cy="433385"/>
          </a:xfrm>
          <a:prstGeom prst="diamond">
            <a:avLst/>
          </a:prstGeom>
          <a:gradFill rotWithShape="1">
            <a:gsLst>
              <a:gs pos="0">
                <a:srgbClr val="D5E04D">
                  <a:shade val="51000"/>
                  <a:satMod val="130000"/>
                </a:srgbClr>
              </a:gs>
              <a:gs pos="80000">
                <a:srgbClr val="D5E04D">
                  <a:shade val="93000"/>
                  <a:satMod val="130000"/>
                </a:srgbClr>
              </a:gs>
              <a:gs pos="100000">
                <a:srgbClr val="D5E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D5E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>
            <a:flatTx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SimSun" pitchFamily="2" charset="-122"/>
                <a:cs typeface="Arial" pitchFamily="34" charset="0"/>
              </a:rPr>
              <a:t>M5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55" name="Text Box 12"/>
          <p:cNvSpPr txBox="1">
            <a:spLocks noChangeArrowheads="1"/>
          </p:cNvSpPr>
          <p:nvPr/>
        </p:nvSpPr>
        <p:spPr bwMode="white">
          <a:xfrm>
            <a:off x="7961724" y="2637666"/>
            <a:ext cx="16764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zh-CN" altLang="en-US" sz="1500" b="1" dirty="0" smtClean="0">
                <a:solidFill>
                  <a:srgbClr val="FFFFFF"/>
                </a:solidFill>
                <a:latin typeface="宋体" pitchFamily="2" charset="-122"/>
                <a:cs typeface="Arial" pitchFamily="34" charset="0"/>
              </a:rPr>
              <a:t>上线运行支持</a:t>
            </a:r>
            <a:endParaRPr lang="en-US" altLang="zh-CN" sz="1500" b="1" dirty="0" smtClean="0">
              <a:solidFill>
                <a:srgbClr val="FFFFFF"/>
              </a:solidFill>
              <a:latin typeface="宋体" pitchFamily="2" charset="-122"/>
              <a:cs typeface="Arial" pitchFamily="34" charset="0"/>
            </a:endParaRPr>
          </a:p>
          <a:p>
            <a:pPr algn="ctr" eaLnBrk="0" hangingPunct="0">
              <a:defRPr/>
            </a:pPr>
            <a:r>
              <a:rPr lang="zh-CN" altLang="en-US" sz="1500" b="1" dirty="0" smtClean="0">
                <a:solidFill>
                  <a:srgbClr val="FFFFFF"/>
                </a:solidFill>
                <a:latin typeface="宋体" pitchFamily="2" charset="-122"/>
                <a:cs typeface="Arial" pitchFamily="34" charset="0"/>
              </a:rPr>
              <a:t>和项目结案</a:t>
            </a:r>
            <a:endParaRPr lang="zh-CN" altLang="en-US" sz="1500" b="1" dirty="0">
              <a:solidFill>
                <a:srgbClr val="FFFFFF"/>
              </a:solidFill>
              <a:latin typeface="宋体" pitchFamily="2" charset="-122"/>
              <a:cs typeface="Arial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565998" y="3942591"/>
            <a:ext cx="81034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dirty="0" smtClean="0">
                <a:solidFill>
                  <a:sysClr val="windowText" lastClr="000000"/>
                </a:solidFill>
              </a:rPr>
              <a:t>1</a:t>
            </a:r>
            <a:r>
              <a: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个月</a:t>
            </a:r>
            <a:endParaRPr kumimoji="0" lang="en-US" altLang="zh-CN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dirty="0" smtClean="0">
                <a:solidFill>
                  <a:sysClr val="windowText" lastClr="000000"/>
                </a:solidFill>
              </a:rPr>
              <a:t>2012/5/25</a:t>
            </a:r>
            <a:endParaRPr kumimoji="0" lang="en-US" altLang="zh-CN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312443" y="3951811"/>
            <a:ext cx="74026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noProof="0" dirty="0" smtClean="0">
                <a:solidFill>
                  <a:sysClr val="windowText" lastClr="000000"/>
                </a:solidFill>
              </a:rPr>
              <a:t>1.5</a:t>
            </a:r>
            <a:r>
              <a: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个月</a:t>
            </a:r>
            <a:endParaRPr kumimoji="0" lang="en-US" altLang="zh-CN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dirty="0" smtClean="0">
                <a:solidFill>
                  <a:sysClr val="windowText" lastClr="000000"/>
                </a:solidFill>
              </a:rPr>
              <a:t>2012/7/6</a:t>
            </a:r>
            <a:endParaRPr kumimoji="0" lang="zh-CN" altLang="en-US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472683" y="3942591"/>
            <a:ext cx="80120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dirty="0" smtClean="0">
                <a:solidFill>
                  <a:sysClr val="windowText" lastClr="000000"/>
                </a:solidFill>
              </a:rPr>
              <a:t>2.5</a:t>
            </a:r>
            <a:r>
              <a: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个月</a:t>
            </a:r>
            <a:endParaRPr kumimoji="0" lang="en-US" altLang="zh-CN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dirty="0" smtClean="0">
                <a:solidFill>
                  <a:sysClr val="windowText" lastClr="000000"/>
                </a:solidFill>
              </a:rPr>
              <a:t>2012/9/18</a:t>
            </a:r>
            <a:endParaRPr kumimoji="0" lang="zh-CN" altLang="en-US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608682" y="3942591"/>
            <a:ext cx="96034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noProof="0" dirty="0">
                <a:solidFill>
                  <a:sysClr val="windowText" lastClr="000000"/>
                </a:solidFill>
              </a:rPr>
              <a:t>1</a:t>
            </a:r>
            <a:r>
              <a: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个月</a:t>
            </a:r>
            <a:endParaRPr kumimoji="0" lang="en-US" altLang="zh-CN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2012/10</a:t>
            </a:r>
            <a:r>
              <a:rPr lang="en-US" altLang="zh-CN" sz="1200" b="1" kern="0" dirty="0" smtClean="0">
                <a:solidFill>
                  <a:sysClr val="windowText" lastClr="000000"/>
                </a:solidFill>
              </a:rPr>
              <a:t>/31</a:t>
            </a:r>
            <a:endParaRPr kumimoji="0" lang="zh-CN" altLang="en-US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518042" y="3942591"/>
            <a:ext cx="8585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noProof="0" dirty="0">
                <a:solidFill>
                  <a:sysClr val="windowText" lastClr="000000"/>
                </a:solidFill>
              </a:rPr>
              <a:t>3</a:t>
            </a:r>
            <a:r>
              <a: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个月</a:t>
            </a:r>
            <a:endParaRPr kumimoji="0" lang="en-US" altLang="zh-CN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0" noProof="0" dirty="0" smtClean="0">
                <a:solidFill>
                  <a:sysClr val="windowText" lastClr="000000"/>
                </a:solidFill>
              </a:rPr>
              <a:t>2012</a:t>
            </a:r>
            <a:r>
              <a:rPr lang="en-US" altLang="zh-CN" sz="1200" b="1" kern="0" dirty="0" smtClean="0">
                <a:solidFill>
                  <a:sysClr val="windowText" lastClr="000000"/>
                </a:solidFill>
              </a:rPr>
              <a:t>/1/31</a:t>
            </a:r>
            <a:endParaRPr kumimoji="0" lang="zh-CN" altLang="en-US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546928" y="1999491"/>
            <a:ext cx="76944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1200" dirty="0" smtClean="0">
                <a:latin typeface="+mn-ea"/>
                <a:ea typeface="+mn-ea"/>
              </a:rPr>
              <a:t>2012.12.28</a:t>
            </a:r>
          </a:p>
          <a:p>
            <a:r>
              <a:rPr lang="zh-CN" altLang="en-US" sz="1200" dirty="0" smtClean="0">
                <a:latin typeface="+mn-ea"/>
                <a:ea typeface="+mn-ea"/>
              </a:rPr>
              <a:t>项目结束</a:t>
            </a:r>
          </a:p>
        </p:txBody>
      </p:sp>
      <p:sp>
        <p:nvSpPr>
          <p:cNvPr id="62" name="AutoShape 43"/>
          <p:cNvSpPr>
            <a:spLocks/>
          </p:cNvSpPr>
          <p:nvPr/>
        </p:nvSpPr>
        <p:spPr bwMode="auto">
          <a:xfrm>
            <a:off x="10228237" y="1976836"/>
            <a:ext cx="1581150" cy="366713"/>
          </a:xfrm>
          <a:prstGeom prst="accentCallout2">
            <a:avLst>
              <a:gd name="adj1" fmla="val 41042"/>
              <a:gd name="adj2" fmla="val -50810"/>
              <a:gd name="adj3" fmla="val 41042"/>
              <a:gd name="adj4" fmla="val -23459"/>
              <a:gd name="adj5" fmla="val 247910"/>
              <a:gd name="adj6" fmla="val -23648"/>
            </a:avLst>
          </a:prstGeom>
          <a:noFill/>
          <a:ln w="19050">
            <a:solidFill>
              <a:srgbClr val="4D4D4F"/>
            </a:solidFill>
            <a:miter lim="800000"/>
            <a:headEnd/>
            <a:tailEnd type="diamond" w="med" len="med"/>
          </a:ln>
        </p:spPr>
        <p:txBody>
          <a:bodyPr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/>
              <a:ea typeface="黑体"/>
              <a:cs typeface="Arial Unicode MS" pitchFamily="34" charset="-122"/>
            </a:endParaRPr>
          </a:p>
        </p:txBody>
      </p:sp>
      <p:sp>
        <p:nvSpPr>
          <p:cNvPr id="63" name="Text Box 10"/>
          <p:cNvSpPr txBox="1">
            <a:spLocks noChangeArrowheads="1"/>
          </p:cNvSpPr>
          <p:nvPr/>
        </p:nvSpPr>
        <p:spPr bwMode="white">
          <a:xfrm>
            <a:off x="2002797" y="2637666"/>
            <a:ext cx="14536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500" b="1" dirty="0" smtClean="0">
                <a:solidFill>
                  <a:srgbClr val="FFFFFF"/>
                </a:solidFill>
                <a:ea typeface="宋体" charset="-122"/>
                <a:cs typeface="Arial" charset="0"/>
              </a:rPr>
              <a:t>需求分析和方案设计</a:t>
            </a:r>
          </a:p>
        </p:txBody>
      </p:sp>
      <p:sp>
        <p:nvSpPr>
          <p:cNvPr id="65" name="Text Box 10"/>
          <p:cNvSpPr txBox="1">
            <a:spLocks noChangeArrowheads="1"/>
          </p:cNvSpPr>
          <p:nvPr/>
        </p:nvSpPr>
        <p:spPr bwMode="white">
          <a:xfrm>
            <a:off x="3796283" y="2640834"/>
            <a:ext cx="16764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500" b="1" dirty="0" smtClean="0">
                <a:solidFill>
                  <a:srgbClr val="FFFFFF"/>
                </a:solidFill>
                <a:ea typeface="宋体" charset="-122"/>
                <a:cs typeface="Arial" charset="0"/>
              </a:rPr>
              <a:t>方案开发和功能测试</a:t>
            </a:r>
          </a:p>
        </p:txBody>
      </p:sp>
      <p:sp>
        <p:nvSpPr>
          <p:cNvPr id="96" name="AutoShape 11"/>
          <p:cNvSpPr>
            <a:spLocks noChangeArrowheads="1"/>
          </p:cNvSpPr>
          <p:nvPr/>
        </p:nvSpPr>
        <p:spPr bwMode="gray">
          <a:xfrm>
            <a:off x="1648488" y="2802766"/>
            <a:ext cx="367811" cy="273050"/>
          </a:xfrm>
          <a:prstGeom prst="rightArrow">
            <a:avLst>
              <a:gd name="adj1" fmla="val 50000"/>
              <a:gd name="adj2" fmla="val 60467"/>
            </a:avLst>
          </a:prstGeom>
          <a:gradFill rotWithShape="1">
            <a:gsLst>
              <a:gs pos="0">
                <a:srgbClr val="0067B4"/>
              </a:gs>
              <a:gs pos="100000">
                <a:srgbClr val="FFFFFF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>
            <a:outerShdw dist="28398" dir="1593903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97" name="Text Box 10"/>
          <p:cNvSpPr txBox="1">
            <a:spLocks noChangeArrowheads="1"/>
          </p:cNvSpPr>
          <p:nvPr/>
        </p:nvSpPr>
        <p:spPr bwMode="white">
          <a:xfrm>
            <a:off x="418621" y="2764622"/>
            <a:ext cx="145366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500" b="1" dirty="0" smtClean="0">
                <a:solidFill>
                  <a:srgbClr val="FFFF00"/>
                </a:solidFill>
                <a:ea typeface="宋体" charset="-122"/>
                <a:cs typeface="Arial" charset="0"/>
              </a:rPr>
              <a:t>项目准备</a:t>
            </a:r>
          </a:p>
        </p:txBody>
      </p:sp>
      <p:cxnSp>
        <p:nvCxnSpPr>
          <p:cNvPr id="98" name="直接箭头连接符 97"/>
          <p:cNvCxnSpPr>
            <a:stCxn id="52" idx="3"/>
            <a:endCxn id="54" idx="1"/>
          </p:cNvCxnSpPr>
          <p:nvPr/>
        </p:nvCxnSpPr>
        <p:spPr>
          <a:xfrm>
            <a:off x="8045224" y="3640174"/>
            <a:ext cx="1387899" cy="0"/>
          </a:xfrm>
          <a:prstGeom prst="straightConnector1">
            <a:avLst/>
          </a:prstGeom>
          <a:noFill/>
          <a:ln w="12700" cap="flat" cmpd="sng" algn="ctr">
            <a:solidFill>
              <a:srgbClr val="4D4D4F">
                <a:lumMod val="50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99" name="直接箭头连接符 98"/>
          <p:cNvCxnSpPr>
            <a:stCxn id="46" idx="3"/>
            <a:endCxn id="49" idx="1"/>
          </p:cNvCxnSpPr>
          <p:nvPr/>
        </p:nvCxnSpPr>
        <p:spPr>
          <a:xfrm>
            <a:off x="3859782" y="3640173"/>
            <a:ext cx="1540893" cy="1"/>
          </a:xfrm>
          <a:prstGeom prst="straightConnector1">
            <a:avLst/>
          </a:prstGeom>
          <a:noFill/>
          <a:ln w="12700" cap="flat" cmpd="sng" algn="ctr">
            <a:solidFill>
              <a:srgbClr val="4D4D4F">
                <a:lumMod val="50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805105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项目实施团队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46306" y="2445644"/>
            <a:ext cx="2107763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ko-KR" sz="1800" dirty="0">
                <a:solidFill>
                  <a:srgbClr val="FFFFFF"/>
                </a:solidFill>
                <a:latin typeface="HY견명조" pitchFamily="18" charset="-127"/>
                <a:ea typeface="Dotum" pitchFamily="34" charset="-127"/>
              </a:rPr>
              <a:t>1.</a:t>
            </a:r>
            <a:r>
              <a:rPr lang="ko-KR" altLang="en-US" sz="1800">
                <a:solidFill>
                  <a:srgbClr val="FFFFFF"/>
                </a:solidFill>
                <a:latin typeface="HY견명조" pitchFamily="18" charset="-127"/>
                <a:ea typeface="Dotum" pitchFamily="34" charset="-127"/>
              </a:rPr>
              <a:t>잠재 고객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3773" y="4963443"/>
            <a:ext cx="1959621" cy="1004664"/>
          </a:xfrm>
          <a:prstGeom prst="rect">
            <a:avLst/>
          </a:prstGeom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000" anchor="ctr">
            <a:flatTx/>
          </a:bodyPr>
          <a:lstStyle/>
          <a:p>
            <a:pPr latinLnBrk="1">
              <a:lnSpc>
                <a:spcPct val="100000"/>
              </a:lnSpc>
              <a:buFontTx/>
              <a:buNone/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数据准备组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176273" y="1715779"/>
            <a:ext cx="10400050" cy="1183100"/>
          </a:xfrm>
          <a:prstGeom prst="roundRect">
            <a:avLst>
              <a:gd name="adj" fmla="val 16667"/>
            </a:avLst>
          </a:prstGeom>
          <a:solidFill>
            <a:srgbClr val="8FE2FF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826328" y="1703270"/>
            <a:ext cx="3937295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100000"/>
              </a:lnSpc>
              <a:buFontTx/>
              <a:buNone/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项目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联合实施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团队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(149</a:t>
            </a: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厂、信维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8037026" y="1837418"/>
            <a:ext cx="2456557" cy="11315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265268">
                  <a:alpha val="70000"/>
                </a:srgbClr>
              </a:gs>
              <a:gs pos="100000">
                <a:srgbClr val="52B1E0">
                  <a:alpha val="70000"/>
                </a:srgbClr>
              </a:gs>
            </a:gsLst>
            <a:lin ang="2700000" scaled="1"/>
          </a:gra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8412185" y="2014825"/>
            <a:ext cx="1811714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100000"/>
              </a:lnSpc>
              <a:buFontTx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HY헤드라인M" pitchFamily="18" charset="-127"/>
              </a:rPr>
              <a:t>项目指导委员会</a:t>
            </a:r>
            <a:endParaRPr lang="en-US" altLang="zh-CN" sz="1800" b="1" dirty="0">
              <a:solidFill>
                <a:schemeClr val="bg1"/>
              </a:solidFill>
              <a:latin typeface="HY헤드라인M" pitchFamily="18" charset="-127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87523" y="4035094"/>
            <a:ext cx="1959621" cy="900218"/>
          </a:xfrm>
          <a:prstGeom prst="rect">
            <a:avLst/>
          </a:prstGeom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000" anchor="ctr">
            <a:flatTx/>
          </a:bodyPr>
          <a:lstStyle/>
          <a:p>
            <a:pPr latinLnBrk="1">
              <a:lnSpc>
                <a:spcPct val="100000"/>
              </a:lnSpc>
              <a:buFontTx/>
              <a:buNone/>
              <a:defRPr/>
            </a:pPr>
            <a:r>
              <a:rPr lang="zh-CN" altLang="en-US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技术支持组</a:t>
            </a:r>
            <a:endParaRPr lang="en-US" altLang="zh-CN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87523" y="3113758"/>
            <a:ext cx="1959621" cy="921336"/>
          </a:xfrm>
          <a:prstGeom prst="rect">
            <a:avLst/>
          </a:prstGeom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000" anchor="ctr">
            <a:flatTx/>
          </a:bodyPr>
          <a:lstStyle/>
          <a:p>
            <a:pPr latinLnBrk="1">
              <a:lnSpc>
                <a:spcPct val="100000"/>
              </a:lnSpc>
              <a:buFontTx/>
              <a:buNone/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业务规划组</a:t>
            </a:r>
            <a:endParaRPr lang="en-US" altLang="zh-CN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83773" y="2204963"/>
            <a:ext cx="1959621" cy="908794"/>
          </a:xfrm>
          <a:prstGeom prst="rect">
            <a:avLst/>
          </a:prstGeom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4000" anchor="ctr">
            <a:flatTx/>
          </a:bodyPr>
          <a:lstStyle/>
          <a:p>
            <a:pPr latinLnBrk="1">
              <a:lnSpc>
                <a:spcPct val="100000"/>
              </a:lnSpc>
              <a:buFontTx/>
              <a:buNone/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项目管理组</a:t>
            </a:r>
            <a:endParaRPr lang="en-US" altLang="zh-CN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AutoShape 11"/>
          <p:cNvSpPr>
            <a:spLocks noChangeArrowheads="1"/>
          </p:cNvSpPr>
          <p:nvPr/>
        </p:nvSpPr>
        <p:spPr bwMode="auto">
          <a:xfrm>
            <a:off x="2285912" y="2204962"/>
            <a:ext cx="5629454" cy="908794"/>
          </a:xfrm>
          <a:prstGeom prst="bevel">
            <a:avLst>
              <a:gd name="adj" fmla="val 7292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72000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厂： 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客户方项目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经理</a:t>
            </a:r>
            <a:endParaRPr lang="en-US" altLang="zh-CN" sz="16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ko-KR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信维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：项目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经理</a:t>
            </a:r>
            <a:endParaRPr lang="ko-KR" altLang="en-US" sz="1600" b="1" dirty="0">
              <a:solidFill>
                <a:schemeClr val="tx1"/>
              </a:solidFill>
              <a:latin typeface="微软雅黑" pitchFamily="34" charset="-122"/>
              <a:ea typeface="宋体" charset="-122"/>
            </a:endParaRPr>
          </a:p>
        </p:txBody>
      </p:sp>
      <p:sp>
        <p:nvSpPr>
          <p:cNvPr id="16" name="AutoShape 12"/>
          <p:cNvSpPr>
            <a:spLocks noChangeArrowheads="1"/>
          </p:cNvSpPr>
          <p:nvPr/>
        </p:nvSpPr>
        <p:spPr bwMode="auto">
          <a:xfrm>
            <a:off x="2291537" y="3069843"/>
            <a:ext cx="5629454" cy="1027764"/>
          </a:xfrm>
          <a:prstGeom prst="bevel">
            <a:avLst>
              <a:gd name="adj" fmla="val 7292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72000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厂：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客户方成员（业务顾问）</a:t>
            </a: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信维：业务顾问</a:t>
            </a: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AutoShape 13"/>
          <p:cNvSpPr>
            <a:spLocks noChangeArrowheads="1"/>
          </p:cNvSpPr>
          <p:nvPr/>
        </p:nvSpPr>
        <p:spPr bwMode="auto">
          <a:xfrm>
            <a:off x="2291537" y="4035093"/>
            <a:ext cx="5629454" cy="953356"/>
          </a:xfrm>
          <a:prstGeom prst="bevel">
            <a:avLst>
              <a:gd name="adj" fmla="val 7292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72000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厂：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客户方成员（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Key User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信维：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系统架构顾问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实施顾问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培训顾问</a:t>
            </a:r>
            <a:endParaRPr lang="ko-KR" altLang="en-US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AutoShape 14"/>
          <p:cNvSpPr>
            <a:spLocks noChangeArrowheads="1"/>
          </p:cNvSpPr>
          <p:nvPr/>
        </p:nvSpPr>
        <p:spPr bwMode="auto">
          <a:xfrm>
            <a:off x="2291537" y="4926621"/>
            <a:ext cx="5629454" cy="1018997"/>
          </a:xfrm>
          <a:prstGeom prst="bevel">
            <a:avLst>
              <a:gd name="adj" fmla="val 7292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lIns="72000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厂： 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客户方成员（</a:t>
            </a:r>
            <a:r>
              <a:rPr lang="en-US" altLang="zh-CN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Key User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信维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 </a:t>
            </a:r>
            <a:r>
              <a:rPr lang="zh-CN" altLang="en-US" sz="16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业务顾问</a:t>
            </a:r>
            <a:endParaRPr lang="ko-KR" altLang="en-US" sz="16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AutoShape 15"/>
          <p:cNvSpPr>
            <a:spLocks noChangeArrowheads="1"/>
          </p:cNvSpPr>
          <p:nvPr/>
        </p:nvSpPr>
        <p:spPr bwMode="auto">
          <a:xfrm>
            <a:off x="7949120" y="2490968"/>
            <a:ext cx="2642205" cy="3402388"/>
          </a:xfrm>
          <a:prstGeom prst="cube">
            <a:avLst>
              <a:gd name="adj" fmla="val 6718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360000"/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buFont typeface="Wingdings" pitchFamily="2" charset="2"/>
              <a:buChar char="q"/>
            </a:pPr>
            <a:endParaRPr lang="ko-KR" altLang="en-US" sz="1400" b="1" dirty="0">
              <a:solidFill>
                <a:srgbClr val="FFFFFF"/>
              </a:solidFill>
              <a:latin typeface="微软雅黑" pitchFamily="34" charset="-122"/>
              <a:ea typeface="Gulim" pitchFamily="34" charset="-127"/>
            </a:endParaRP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Font typeface="Wingdings" pitchFamily="2" charset="2"/>
              <a:buChar char="q"/>
            </a:pPr>
            <a:r>
              <a:rPr lang="ko-KR" altLang="en-US" sz="1600" b="1" dirty="0">
                <a:solidFill>
                  <a:srgbClr val="FFFFFF"/>
                </a:solidFill>
                <a:latin typeface="微软雅黑" pitchFamily="34" charset="-122"/>
                <a:ea typeface="Gulim" pitchFamily="34" charset="-127"/>
              </a:rPr>
              <a:t> </a:t>
            </a:r>
            <a:r>
              <a:rPr lang="en-US" altLang="zh-CN" sz="16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149</a:t>
            </a:r>
            <a:r>
              <a:rPr lang="zh-CN" altLang="en-US" sz="16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厂高层</a:t>
            </a:r>
            <a:r>
              <a:rPr lang="zh-CN" altLang="en-US" sz="1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领导</a:t>
            </a:r>
            <a:endParaRPr lang="en-US" altLang="zh-CN" sz="16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Font typeface="Wingdings" pitchFamily="2" charset="2"/>
              <a:buChar char="q"/>
            </a:pPr>
            <a:r>
              <a:rPr lang="en-US" altLang="zh-CN" sz="16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…</a:t>
            </a:r>
            <a:endParaRPr lang="zh-CN" altLang="en-US" sz="16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Font typeface="Wingdings" pitchFamily="2" charset="2"/>
              <a:buChar char="q"/>
            </a:pPr>
            <a:r>
              <a:rPr lang="zh-CN" altLang="en-US" sz="1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 信维</a:t>
            </a:r>
            <a:r>
              <a:rPr lang="zh-CN" altLang="en-US" sz="16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销售经理</a:t>
            </a:r>
            <a:endParaRPr lang="en-US" altLang="zh-CN" sz="16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Font typeface="Wingdings" pitchFamily="2" charset="2"/>
              <a:buChar char="q"/>
            </a:pPr>
            <a:r>
              <a:rPr lang="ko-KR" altLang="en-US" sz="1600" b="1" dirty="0">
                <a:solidFill>
                  <a:srgbClr val="FFFFFF"/>
                </a:solidFill>
                <a:latin typeface="微软雅黑" pitchFamily="34" charset="-122"/>
                <a:ea typeface="宋体" charset="-122"/>
              </a:rPr>
              <a:t> </a:t>
            </a:r>
            <a:r>
              <a:rPr lang="zh-CN" altLang="en-US" sz="16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信维项目总监</a:t>
            </a:r>
            <a:endParaRPr lang="en-US" altLang="zh-CN" sz="16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213266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z="2500" dirty="0">
                <a:latin typeface="黑体" pitchFamily="49" charset="-122"/>
                <a:ea typeface="黑体" pitchFamily="49" charset="-122"/>
                <a:cs typeface="+mj-cs"/>
              </a:rPr>
              <a:t>项目团队角色与职责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459400" y="1371624"/>
            <a:ext cx="1962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国睿信维</a:t>
            </a: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183876"/>
              </p:ext>
            </p:extLst>
          </p:nvPr>
        </p:nvGraphicFramePr>
        <p:xfrm>
          <a:off x="1131219" y="2079675"/>
          <a:ext cx="8851203" cy="42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395"/>
                <a:gridCol w="1152128"/>
                <a:gridCol w="6120680"/>
              </a:tblGrid>
              <a:tr h="4667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角色</a:t>
                      </a:r>
                      <a:endParaRPr lang="zh-CN" altLang="en-US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人员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职责</a:t>
                      </a:r>
                      <a:endParaRPr lang="zh-CN" altLang="en-US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39085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PD </a:t>
                      </a: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项目总监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熊超群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负责项目总体管控与资源协调，对项目总体方向进行把控，对重大问题做出决策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  <a:tr h="39085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PM </a:t>
                      </a: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项目经理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曾志超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PDS</a:t>
                      </a: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及</a:t>
                      </a:r>
                      <a:r>
                        <a:rPr lang="en-US" altLang="zh-CN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MCAD</a:t>
                      </a: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实施工作与</a:t>
                      </a:r>
                      <a:r>
                        <a:rPr lang="en-US" altLang="zh-CN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149</a:t>
                      </a: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厂统一的对口责任人。负责项目计划、项目监控、资源分配，以及时间、程序问题的解决，并负责与客户的日常沟通和交流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  <a:tr h="39085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BC </a:t>
                      </a: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业务顾问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杨敏</a:t>
                      </a:r>
                      <a:endParaRPr lang="en-US" altLang="zh-CN" sz="1400" b="1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曾志超</a:t>
                      </a:r>
                      <a:endParaRPr lang="en-US" altLang="zh-CN" sz="1400" b="1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准备调研提纲，对业务部门进行业务访谈，对业务过程现状进行分析，协助企业定义未来业务过程，并定义业务解决方案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  <a:tr h="46245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SA </a:t>
                      </a: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系统架构顾问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张超</a:t>
                      </a:r>
                      <a:endParaRPr lang="zh-CN" altLang="en-US" sz="1400" b="1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提供系统架构的设计和技术规格的定义</a:t>
                      </a:r>
                      <a:endParaRPr lang="zh-CN" altLang="en-US" sz="1400" b="1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46245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IC </a:t>
                      </a: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实施顾问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龙秀川</a:t>
                      </a:r>
                      <a:endParaRPr lang="en-US" altLang="zh-CN" sz="1400" b="1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廖军</a:t>
                      </a:r>
                      <a:endParaRPr lang="zh-CN" altLang="en-US" sz="1400" b="1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负责安装与配置系统、代码开发、测试、调试、技术实施和支持工作，并负责技术方面的培训工作</a:t>
                      </a:r>
                      <a:endParaRPr lang="zh-CN" altLang="en-US" sz="1400" b="1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462455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LC </a:t>
                      </a: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培训顾问</a:t>
                      </a:r>
                      <a:endParaRPr lang="zh-CN" altLang="en-US" sz="1400" b="1" i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杨敏</a:t>
                      </a:r>
                      <a:endParaRPr lang="en-US" altLang="zh-CN" sz="1400" b="1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完成标准培训课程的培训工作，对需要的开发课程进行课件定义，并落实培训</a:t>
                      </a:r>
                      <a:endParaRPr lang="zh-CN" altLang="en-US" sz="1400" b="1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96190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z="2500" dirty="0">
                <a:latin typeface="黑体" pitchFamily="49" charset="-122"/>
                <a:ea typeface="黑体" pitchFamily="49" charset="-122"/>
                <a:cs typeface="+mj-cs"/>
              </a:rPr>
              <a:t>项目团队角色与</a:t>
            </a:r>
            <a:r>
              <a:rPr lang="zh-CN" altLang="en-US" sz="2500" dirty="0" smtClean="0">
                <a:latin typeface="黑体" pitchFamily="49" charset="-122"/>
                <a:ea typeface="黑体" pitchFamily="49" charset="-122"/>
                <a:cs typeface="+mj-cs"/>
              </a:rPr>
              <a:t>职责</a:t>
            </a:r>
            <a:endParaRPr lang="zh-CN" altLang="en-US" sz="2500" dirty="0"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459400" y="1371624"/>
            <a:ext cx="1500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  149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厂</a:t>
            </a: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911880"/>
              </p:ext>
            </p:extLst>
          </p:nvPr>
        </p:nvGraphicFramePr>
        <p:xfrm>
          <a:off x="1080195" y="2079675"/>
          <a:ext cx="8856983" cy="4184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  <a:gridCol w="1080120"/>
                <a:gridCol w="6624735"/>
              </a:tblGrid>
              <a:tr h="39864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角色</a:t>
                      </a:r>
                      <a:endParaRPr lang="zh-CN" altLang="en-US" sz="1800" dirty="0"/>
                    </a:p>
                  </a:txBody>
                  <a:tcPr marL="108013" marR="108013" marT="45011" marB="45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人员</a:t>
                      </a:r>
                      <a:endParaRPr lang="zh-CN" altLang="en-US" sz="1800" dirty="0"/>
                    </a:p>
                  </a:txBody>
                  <a:tcPr marL="108013" marR="108013" marT="45011" marB="450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角色职责</a:t>
                      </a:r>
                      <a:endParaRPr lang="zh-CN" altLang="en-US" sz="1800" dirty="0"/>
                    </a:p>
                  </a:txBody>
                  <a:tcPr marL="108013" marR="108013" marT="45011" marB="45011"/>
                </a:tc>
              </a:tr>
              <a:tr h="63015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项目总监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王涛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负责项目总体管控与协调，对重大问题作出决策</a:t>
                      </a:r>
                      <a:endParaRPr lang="en-US" altLang="zh-CN" sz="1400" b="1" i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</a:tr>
              <a:tr h="63015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项目经理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吴清华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负责项目计划、项目监控、资源分配，以及时间、程序问题的解决，并负责与信维实施团队的日常沟通和交流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</a:tr>
              <a:tr h="90021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业务顾问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各业务部门的技术骨干，在业务访谈过程中向实施团队提供主要的业务规则、业务需求，讨论确认未来的业务规则与流程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</a:tr>
              <a:tr h="36508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en-US" altLang="zh-CN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IT</a:t>
                      </a: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人员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负责提供项目需要的硬件、软件、办公设备、网络需求等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</a:tr>
              <a:tr h="63015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en-US" altLang="zh-CN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Key User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各业务部门系统使用、推广的种子用户，参与系统培训、</a:t>
                      </a:r>
                      <a:r>
                        <a:rPr lang="en-US" altLang="zh-CN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UAT</a:t>
                      </a: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测试、测试脚本撰写并培养最终用户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</a:tr>
              <a:tr h="63015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en-US" altLang="zh-CN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End User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0000"/>
                        </a:lnSpc>
                      </a:pPr>
                      <a:r>
                        <a:rPr lang="zh-CN" altLang="en-US" sz="1400" b="1" i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系统使用的最终用户，参与系统功能培训、系统上线测试等工作</a:t>
                      </a:r>
                      <a:endParaRPr lang="zh-CN" altLang="en-US" sz="1400" b="1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108013" marR="108013" marT="45011" marB="45011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97519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5539"/>
            <a:ext cx="9721850" cy="468313"/>
          </a:xfrm>
        </p:spPr>
        <p:txBody>
          <a:bodyPr/>
          <a:lstStyle/>
          <a:p>
            <a:r>
              <a:rPr lang="zh-CN" altLang="en-US" dirty="0" smtClean="0"/>
              <a:t>项目实施中的计划保障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grpSp>
        <p:nvGrpSpPr>
          <p:cNvPr id="6" name="组合 19"/>
          <p:cNvGrpSpPr>
            <a:grpSpLocks/>
          </p:cNvGrpSpPr>
          <p:nvPr/>
        </p:nvGrpSpPr>
        <p:grpSpPr bwMode="auto">
          <a:xfrm>
            <a:off x="7094012" y="1867641"/>
            <a:ext cx="3097887" cy="2094258"/>
            <a:chOff x="6006042" y="1896534"/>
            <a:chExt cx="2621492" cy="2128350"/>
          </a:xfrm>
        </p:grpSpPr>
        <p:pic>
          <p:nvPicPr>
            <p:cNvPr id="7" name="Picture 2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006042" y="1896534"/>
              <a:ext cx="2621492" cy="2128350"/>
            </a:xfrm>
            <a:prstGeom prst="rect">
              <a:avLst/>
            </a:prstGeom>
            <a:noFill/>
            <a:ln w="9525" algn="ctr">
              <a:solidFill>
                <a:srgbClr val="FF0000"/>
              </a:solidFill>
              <a:miter lim="800000"/>
              <a:headEnd/>
              <a:tailEnd/>
            </a:ln>
          </p:spPr>
        </p:pic>
        <p:sp>
          <p:nvSpPr>
            <p:cNvPr id="8" name="Text Box 15"/>
            <p:cNvSpPr txBox="1">
              <a:spLocks noChangeArrowheads="1"/>
            </p:cNvSpPr>
            <p:nvPr/>
          </p:nvSpPr>
          <p:spPr bwMode="auto">
            <a:xfrm>
              <a:off x="6022975" y="1925638"/>
              <a:ext cx="860425" cy="344065"/>
            </a:xfrm>
            <a:prstGeom prst="rect">
              <a:avLst/>
            </a:prstGeom>
            <a:solidFill>
              <a:srgbClr val="FF99CC"/>
            </a:solidFill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latin typeface="Arial" charset="0"/>
                </a:rPr>
                <a:t>周报</a:t>
              </a:r>
              <a:endParaRPr lang="en-US" altLang="zh-CN" sz="1600" dirty="0">
                <a:latin typeface="Arial" charset="0"/>
              </a:endParaRPr>
            </a:p>
          </p:txBody>
        </p:sp>
      </p:grpSp>
      <p:pic>
        <p:nvPicPr>
          <p:cNvPr id="9" name="图片 17" descr="未标题-1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426" y="1881707"/>
            <a:ext cx="6330791" cy="4243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28167" y="1494319"/>
            <a:ext cx="10073759" cy="369332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+mn-ea"/>
                <a:ea typeface="+mn-ea"/>
              </a:rPr>
              <a:t>总体计划</a:t>
            </a:r>
            <a:r>
              <a:rPr lang="zh-CN" altLang="en-US" sz="1800" dirty="0" smtClean="0">
                <a:latin typeface="+mn-ea"/>
                <a:ea typeface="+mn-ea"/>
              </a:rPr>
              <a:t>为基准</a:t>
            </a:r>
            <a:r>
              <a:rPr lang="zh-CN" altLang="en-US" sz="1800" dirty="0">
                <a:latin typeface="+mn-ea"/>
                <a:ea typeface="+mn-ea"/>
              </a:rPr>
              <a:t>、周报为实际工作依据，领导定期汇报为催化剂。</a:t>
            </a:r>
            <a:endParaRPr lang="en-US" altLang="zh-CN" sz="1800" dirty="0">
              <a:latin typeface="+mn-ea"/>
              <a:ea typeface="+mn-ea"/>
            </a:endParaRPr>
          </a:p>
        </p:txBody>
      </p:sp>
      <p:grpSp>
        <p:nvGrpSpPr>
          <p:cNvPr id="11" name="组合 21"/>
          <p:cNvGrpSpPr>
            <a:grpSpLocks/>
          </p:cNvGrpSpPr>
          <p:nvPr/>
        </p:nvGrpSpPr>
        <p:grpSpPr bwMode="auto">
          <a:xfrm>
            <a:off x="7330292" y="3658703"/>
            <a:ext cx="3231028" cy="2706909"/>
            <a:chOff x="6205008" y="3716869"/>
            <a:chExt cx="2735792" cy="2749023"/>
          </a:xfrm>
        </p:grpSpPr>
        <p:grpSp>
          <p:nvGrpSpPr>
            <p:cNvPr id="12" name="Group 23"/>
            <p:cNvGrpSpPr>
              <a:grpSpLocks/>
            </p:cNvGrpSpPr>
            <p:nvPr/>
          </p:nvGrpSpPr>
          <p:grpSpPr bwMode="auto">
            <a:xfrm>
              <a:off x="6205008" y="3716869"/>
              <a:ext cx="2735792" cy="2749023"/>
              <a:chOff x="4271" y="2269"/>
              <a:chExt cx="1392" cy="1953"/>
            </a:xfrm>
          </p:grpSpPr>
          <p:sp>
            <p:nvSpPr>
              <p:cNvPr id="14" name="Text Box 16"/>
              <p:cNvSpPr txBox="1">
                <a:spLocks noChangeArrowheads="1"/>
              </p:cNvSpPr>
              <p:nvPr/>
            </p:nvSpPr>
            <p:spPr bwMode="auto">
              <a:xfrm>
                <a:off x="4274" y="2325"/>
                <a:ext cx="835" cy="244"/>
              </a:xfrm>
              <a:prstGeom prst="rect">
                <a:avLst/>
              </a:prstGeom>
              <a:solidFill>
                <a:srgbClr val="FF99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1600">
                    <a:latin typeface="Arial" charset="0"/>
                  </a:rPr>
                  <a:t>领导定期汇报</a:t>
                </a:r>
                <a:endParaRPr lang="en-US" altLang="zh-CN" sz="1600" dirty="0">
                  <a:latin typeface="Arial" charset="0"/>
                </a:endParaRPr>
              </a:p>
            </p:txBody>
          </p:sp>
          <p:pic>
            <p:nvPicPr>
              <p:cNvPr id="15" name="Picture 1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271" y="2269"/>
                <a:ext cx="1392" cy="1953"/>
              </a:xfrm>
              <a:prstGeom prst="rect">
                <a:avLst/>
              </a:prstGeom>
              <a:noFill/>
              <a:ln w="9525">
                <a:solidFill>
                  <a:srgbClr val="FD0903"/>
                </a:solidFill>
                <a:miter lim="800000"/>
                <a:headEnd/>
                <a:tailEnd/>
              </a:ln>
            </p:spPr>
          </p:pic>
        </p:grp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6226175" y="3771371"/>
              <a:ext cx="1038225" cy="343821"/>
            </a:xfrm>
            <a:prstGeom prst="rect">
              <a:avLst/>
            </a:prstGeom>
            <a:solidFill>
              <a:srgbClr val="FF99CC"/>
            </a:solidFill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1600" dirty="0">
                  <a:latin typeface="Arial" charset="0"/>
                </a:rPr>
                <a:t>领导汇报</a:t>
              </a:r>
              <a:endParaRPr lang="en-US" altLang="zh-CN" sz="1600" dirty="0"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389412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9233" y="1567501"/>
            <a:ext cx="10276564" cy="4743030"/>
          </a:xfrm>
        </p:spPr>
        <p:txBody>
          <a:bodyPr/>
          <a:lstStyle/>
          <a:p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会议</a:t>
            </a:r>
            <a:endParaRPr lang="en-US" altLang="zh-CN" b="1" dirty="0" smtClean="0">
              <a:latin typeface="黑体" pitchFamily="2" charset="-122"/>
              <a:ea typeface="黑体" pitchFamily="2" charset="-122"/>
            </a:endParaRPr>
          </a:p>
          <a:p>
            <a:pPr lvl="1">
              <a:buSzPct val="100000"/>
              <a:buFont typeface="宋体" pitchFamily="2" charset="-122"/>
              <a:buChar char="―"/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项目管理组例会（每两周）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>
              <a:buSzPct val="100000"/>
              <a:buFont typeface="宋体" pitchFamily="2" charset="-122"/>
              <a:buChar char="―"/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项目指导委员会会议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报告</a:t>
            </a:r>
            <a:endParaRPr lang="en-US" altLang="zh-CN" b="1" dirty="0" smtClean="0">
              <a:latin typeface="黑体" pitchFamily="2" charset="-122"/>
              <a:ea typeface="黑体" pitchFamily="2" charset="-122"/>
            </a:endParaRPr>
          </a:p>
          <a:p>
            <a:pPr lvl="1">
              <a:buSzPct val="100000"/>
              <a:buFont typeface="宋体" pitchFamily="2" charset="-122"/>
              <a:buChar char="―"/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  <a:hlinkClick r:id="rId2" action="ppaction://hlinkfile"/>
              </a:rPr>
              <a:t>项目周报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>
              <a:buSzPct val="100000"/>
              <a:buFont typeface="宋体" pitchFamily="2" charset="-122"/>
              <a:buChar char="―"/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项目执行进展汇报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1">
              <a:buSzPct val="100000"/>
              <a:buNone/>
              <a:defRPr/>
            </a:pP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   (5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分钟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PPT)</a:t>
            </a:r>
          </a:p>
          <a:p>
            <a:pPr lvl="1">
              <a:buSzPct val="100000"/>
              <a:buFont typeface="宋体" pitchFamily="2" charset="-122"/>
              <a:buChar char="―"/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项目问题报告(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AAR)</a:t>
            </a:r>
          </a:p>
          <a:p>
            <a:pPr lvl="1">
              <a:buSzPct val="100000"/>
              <a:buFont typeface="宋体" pitchFamily="2" charset="-122"/>
              <a:buChar char="―"/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项目变更报告等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电话</a:t>
            </a:r>
            <a:r>
              <a:rPr lang="en-US" altLang="zh-CN" b="1" dirty="0" smtClean="0">
                <a:latin typeface="黑体" pitchFamily="2" charset="-122"/>
                <a:ea typeface="黑体" pitchFamily="2" charset="-122"/>
              </a:rPr>
              <a:t>/email</a:t>
            </a:r>
          </a:p>
          <a:p>
            <a:pPr lvl="1">
              <a:buSzPct val="100000"/>
              <a:buFont typeface="宋体" pitchFamily="2" charset="-122"/>
              <a:buChar char="―"/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不定期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27076"/>
            <a:ext cx="9721850" cy="468313"/>
          </a:xfrm>
        </p:spPr>
        <p:txBody>
          <a:bodyPr/>
          <a:lstStyle/>
          <a:p>
            <a:r>
              <a:rPr lang="zh-CN" altLang="en-US" dirty="0" smtClean="0"/>
              <a:t>项目实施中的沟通机制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79185" y="1587780"/>
            <a:ext cx="3521690" cy="465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74647" y="1578290"/>
            <a:ext cx="3431679" cy="4604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89104" y="1567501"/>
            <a:ext cx="3319165" cy="468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0564276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43111" y="1575619"/>
            <a:ext cx="10318187" cy="1232526"/>
          </a:xfrm>
        </p:spPr>
        <p:txBody>
          <a:bodyPr/>
          <a:lstStyle/>
          <a:p>
            <a:pPr marL="574675" lvl="1" indent="-342900">
              <a:spcBef>
                <a:spcPct val="30000"/>
              </a:spcBef>
              <a:spcAft>
                <a:spcPct val="20000"/>
              </a:spcAft>
              <a:buSzPct val="50000"/>
              <a:buFontTx/>
              <a:buBlip>
                <a:blip r:embed="rId2"/>
              </a:buBlip>
            </a:pPr>
            <a:r>
              <a:rPr lang="zh-CN" altLang="en-US" dirty="0" smtClean="0">
                <a:solidFill>
                  <a:schemeClr val="tx1"/>
                </a:solidFill>
                <a:latin typeface="Arial" charset="0"/>
              </a:rPr>
              <a:t>注重</a:t>
            </a:r>
            <a:r>
              <a:rPr lang="en-US" altLang="zh-CN" dirty="0" smtClean="0">
                <a:solidFill>
                  <a:schemeClr val="tx1"/>
                </a:solidFill>
                <a:latin typeface="Arial" charset="0"/>
              </a:rPr>
              <a:t>PDS</a:t>
            </a:r>
            <a:r>
              <a:rPr lang="zh-CN" altLang="en-US" dirty="0" smtClean="0">
                <a:solidFill>
                  <a:schemeClr val="tx1"/>
                </a:solidFill>
                <a:latin typeface="Arial" charset="0"/>
              </a:rPr>
              <a:t>项目实施过程的标准化，按照标准的实施规范、流程和模板进行；</a:t>
            </a:r>
          </a:p>
          <a:p>
            <a:pPr marL="574675" lvl="1" indent="-342900">
              <a:spcBef>
                <a:spcPct val="30000"/>
              </a:spcBef>
              <a:spcAft>
                <a:spcPct val="20000"/>
              </a:spcAft>
              <a:buSzPct val="50000"/>
              <a:buFontTx/>
              <a:buBlip>
                <a:blip r:embed="rId2"/>
              </a:buBlip>
            </a:pPr>
            <a:r>
              <a:rPr lang="zh-CN" altLang="en-US" dirty="0" smtClean="0">
                <a:solidFill>
                  <a:schemeClr val="tx1"/>
                </a:solidFill>
                <a:latin typeface="Arial" charset="0"/>
              </a:rPr>
              <a:t>注重项目成果文档的提交、检查、确认的流程，保证项目执行过程文档的质量。</a:t>
            </a:r>
          </a:p>
          <a:p>
            <a:pPr marL="574675" lvl="1" indent="-342900">
              <a:spcBef>
                <a:spcPct val="30000"/>
              </a:spcBef>
              <a:spcAft>
                <a:spcPct val="20000"/>
              </a:spcAft>
              <a:buSzPct val="50000"/>
              <a:buFontTx/>
              <a:buBlip>
                <a:blip r:embed="rId2"/>
              </a:buBlip>
            </a:pPr>
            <a:r>
              <a:rPr lang="zh-CN" altLang="en-US" dirty="0">
                <a:solidFill>
                  <a:schemeClr val="tx1"/>
                </a:solidFill>
                <a:latin typeface="Arial" charset="0"/>
              </a:rPr>
              <a:t>建立</a:t>
            </a:r>
            <a:r>
              <a:rPr lang="zh-CN" altLang="en-US" dirty="0" smtClean="0">
                <a:solidFill>
                  <a:schemeClr val="tx1"/>
                </a:solidFill>
                <a:latin typeface="Arial" charset="0"/>
              </a:rPr>
              <a:t>问题反馈机制，及时、有效地解决执行过程中的问题。</a:t>
            </a:r>
            <a:endParaRPr lang="en-US" altLang="zh-CN" dirty="0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221" y="855539"/>
            <a:ext cx="9721850" cy="468313"/>
          </a:xfrm>
        </p:spPr>
        <p:txBody>
          <a:bodyPr/>
          <a:lstStyle/>
          <a:p>
            <a:r>
              <a:rPr lang="zh-CN" altLang="en-US" dirty="0" smtClean="0"/>
              <a:t>项目实施中的质量控制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25" name="TextBox 24"/>
          <p:cNvSpPr txBox="1"/>
          <p:nvPr/>
        </p:nvSpPr>
        <p:spPr>
          <a:xfrm>
            <a:off x="675051" y="6118692"/>
            <a:ext cx="23083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项目问题处理反馈流程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9139" y="6126860"/>
            <a:ext cx="23083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业务问题处理反馈流程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6880" y="6126860"/>
            <a:ext cx="23083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技术问题处理反馈流程</a:t>
            </a:r>
          </a:p>
        </p:txBody>
      </p:sp>
      <p:sp>
        <p:nvSpPr>
          <p:cNvPr id="4" name="五边形 3"/>
          <p:cNvSpPr/>
          <p:nvPr/>
        </p:nvSpPr>
        <p:spPr>
          <a:xfrm>
            <a:off x="72083" y="2945685"/>
            <a:ext cx="93610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>
                <a:solidFill>
                  <a:schemeClr val="tx1"/>
                </a:solidFill>
              </a:rPr>
              <a:t>实施团队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流程图: 可选过程 6"/>
          <p:cNvSpPr/>
          <p:nvPr/>
        </p:nvSpPr>
        <p:spPr>
          <a:xfrm>
            <a:off x="1152203" y="2943771"/>
            <a:ext cx="1440160" cy="445765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>
                <a:solidFill>
                  <a:schemeClr val="tx1"/>
                </a:solidFill>
              </a:rPr>
              <a:t>发现问题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流程图: 决策 7"/>
          <p:cNvSpPr/>
          <p:nvPr/>
        </p:nvSpPr>
        <p:spPr>
          <a:xfrm>
            <a:off x="1152203" y="3735859"/>
            <a:ext cx="1440160" cy="50405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/>
              <a:t>解决问题</a:t>
            </a:r>
            <a:endParaRPr lang="zh-CN" altLang="en-US" sz="1000" b="1" dirty="0"/>
          </a:p>
        </p:txBody>
      </p:sp>
      <p:cxnSp>
        <p:nvCxnSpPr>
          <p:cNvPr id="10" name="直接箭头连接符 9"/>
          <p:cNvCxnSpPr>
            <a:stCxn id="7" idx="2"/>
            <a:endCxn id="8" idx="0"/>
          </p:cNvCxnSpPr>
          <p:nvPr/>
        </p:nvCxnSpPr>
        <p:spPr>
          <a:xfrm>
            <a:off x="1872283" y="3389536"/>
            <a:ext cx="0" cy="3463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流程图: 决策 17"/>
          <p:cNvSpPr/>
          <p:nvPr/>
        </p:nvSpPr>
        <p:spPr>
          <a:xfrm>
            <a:off x="1152203" y="4599955"/>
            <a:ext cx="1440160" cy="50405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/>
              <a:t>解决问题</a:t>
            </a:r>
            <a:endParaRPr lang="zh-CN" altLang="en-US" sz="1000" b="1" dirty="0"/>
          </a:p>
        </p:txBody>
      </p:sp>
      <p:sp>
        <p:nvSpPr>
          <p:cNvPr id="22" name="流程图: 可选过程 21"/>
          <p:cNvSpPr/>
          <p:nvPr/>
        </p:nvSpPr>
        <p:spPr>
          <a:xfrm>
            <a:off x="1152203" y="5451383"/>
            <a:ext cx="1440160" cy="4457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/>
              <a:t>接受解决方案</a:t>
            </a:r>
            <a:endParaRPr lang="zh-CN" altLang="en-US" sz="1000" b="1" dirty="0"/>
          </a:p>
        </p:txBody>
      </p:sp>
      <p:cxnSp>
        <p:nvCxnSpPr>
          <p:cNvPr id="23" name="直接箭头连接符 22"/>
          <p:cNvCxnSpPr>
            <a:stCxn id="8" idx="2"/>
            <a:endCxn id="18" idx="0"/>
          </p:cNvCxnSpPr>
          <p:nvPr/>
        </p:nvCxnSpPr>
        <p:spPr>
          <a:xfrm>
            <a:off x="1872283" y="4239915"/>
            <a:ext cx="0" cy="36004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2"/>
            <a:endCxn id="22" idx="0"/>
          </p:cNvCxnSpPr>
          <p:nvPr/>
        </p:nvCxnSpPr>
        <p:spPr>
          <a:xfrm>
            <a:off x="1872283" y="5104011"/>
            <a:ext cx="0" cy="3473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五边形 33"/>
          <p:cNvSpPr/>
          <p:nvPr/>
        </p:nvSpPr>
        <p:spPr>
          <a:xfrm>
            <a:off x="72083" y="3765961"/>
            <a:ext cx="93610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 smtClean="0">
                <a:solidFill>
                  <a:schemeClr val="tx1"/>
                </a:solidFill>
              </a:rPr>
              <a:t>信维</a:t>
            </a:r>
            <a:r>
              <a:rPr lang="en-US" altLang="zh-CN" sz="1000" b="1" dirty="0" smtClean="0">
                <a:solidFill>
                  <a:schemeClr val="tx1"/>
                </a:solidFill>
              </a:rPr>
              <a:t>/</a:t>
            </a:r>
            <a:r>
              <a:rPr lang="zh-CN" altLang="en-US" sz="1000" b="1" dirty="0" smtClean="0">
                <a:solidFill>
                  <a:schemeClr val="tx1"/>
                </a:solidFill>
              </a:rPr>
              <a:t>客户项目经理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五边形 34"/>
          <p:cNvSpPr/>
          <p:nvPr/>
        </p:nvSpPr>
        <p:spPr>
          <a:xfrm>
            <a:off x="72083" y="4630057"/>
            <a:ext cx="93610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 smtClean="0">
                <a:solidFill>
                  <a:schemeClr val="tx1"/>
                </a:solidFill>
              </a:rPr>
              <a:t>项目指导委员会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36" name="五边形 35"/>
          <p:cNvSpPr/>
          <p:nvPr/>
        </p:nvSpPr>
        <p:spPr>
          <a:xfrm>
            <a:off x="72083" y="5451383"/>
            <a:ext cx="93610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 smtClean="0">
                <a:solidFill>
                  <a:schemeClr val="tx1"/>
                </a:solidFill>
              </a:rPr>
              <a:t>实施团队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31" name="肘形连接符 30"/>
          <p:cNvCxnSpPr>
            <a:stCxn id="8" idx="3"/>
            <a:endCxn id="22" idx="3"/>
          </p:cNvCxnSpPr>
          <p:nvPr/>
        </p:nvCxnSpPr>
        <p:spPr>
          <a:xfrm>
            <a:off x="2592363" y="3987887"/>
            <a:ext cx="12700" cy="1686379"/>
          </a:xfrm>
          <a:prstGeom prst="bentConnector3">
            <a:avLst>
              <a:gd name="adj1" fmla="val 2627591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32748" y="3762281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 smtClean="0">
                <a:solidFill>
                  <a:srgbClr val="0070C0"/>
                </a:solidFill>
              </a:rPr>
              <a:t>Y</a:t>
            </a:r>
            <a:endParaRPr lang="zh-CN" altLang="en-US" sz="1050" b="1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44291" y="5146892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 smtClean="0">
                <a:solidFill>
                  <a:srgbClr val="0070C0"/>
                </a:solidFill>
              </a:rPr>
              <a:t>Y</a:t>
            </a:r>
            <a:endParaRPr lang="zh-CN" altLang="en-US" sz="1050" b="1" dirty="0">
              <a:solidFill>
                <a:srgbClr val="0070C0"/>
              </a:solidFill>
            </a:endParaRPr>
          </a:p>
        </p:txBody>
      </p:sp>
      <p:sp>
        <p:nvSpPr>
          <p:cNvPr id="42" name="五边形 41"/>
          <p:cNvSpPr/>
          <p:nvPr/>
        </p:nvSpPr>
        <p:spPr>
          <a:xfrm>
            <a:off x="3592550" y="3002684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实施团队</a:t>
            </a:r>
            <a:r>
              <a:rPr lang="en-US" altLang="zh-CN" sz="1000" b="1" dirty="0">
                <a:solidFill>
                  <a:schemeClr val="tx1"/>
                </a:solidFill>
              </a:rPr>
              <a:t>/</a:t>
            </a:r>
          </a:p>
          <a:p>
            <a:r>
              <a:rPr lang="zh-CN" altLang="en-US" sz="1000" b="1" dirty="0">
                <a:solidFill>
                  <a:schemeClr val="tx1"/>
                </a:solidFill>
              </a:rPr>
              <a:t>最终用户</a:t>
            </a:r>
          </a:p>
        </p:txBody>
      </p:sp>
      <p:sp>
        <p:nvSpPr>
          <p:cNvPr id="43" name="五边形 42"/>
          <p:cNvSpPr/>
          <p:nvPr/>
        </p:nvSpPr>
        <p:spPr>
          <a:xfrm>
            <a:off x="3592550" y="3648842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信维</a:t>
            </a:r>
            <a:r>
              <a:rPr lang="en-US" altLang="zh-CN" sz="1000" b="1" dirty="0">
                <a:solidFill>
                  <a:schemeClr val="tx1"/>
                </a:solidFill>
              </a:rPr>
              <a:t>/</a:t>
            </a:r>
            <a:r>
              <a:rPr lang="zh-CN" altLang="en-US" sz="1000" b="1" dirty="0" smtClean="0">
                <a:solidFill>
                  <a:schemeClr val="tx1"/>
                </a:solidFill>
              </a:rPr>
              <a:t>客户</a:t>
            </a:r>
            <a:endParaRPr lang="en-US" altLang="zh-CN" sz="1000" b="1" dirty="0" smtClean="0">
              <a:solidFill>
                <a:schemeClr val="tx1"/>
              </a:solidFill>
            </a:endParaRPr>
          </a:p>
          <a:p>
            <a:r>
              <a:rPr lang="zh-CN" altLang="en-US" sz="1000" b="1" dirty="0" smtClean="0">
                <a:solidFill>
                  <a:schemeClr val="tx1"/>
                </a:solidFill>
              </a:rPr>
              <a:t>业务</a:t>
            </a:r>
            <a:r>
              <a:rPr lang="zh-CN" altLang="en-US" sz="1000" b="1" dirty="0">
                <a:solidFill>
                  <a:schemeClr val="tx1"/>
                </a:solidFill>
              </a:rPr>
              <a:t>顾问</a:t>
            </a:r>
          </a:p>
        </p:txBody>
      </p:sp>
      <p:sp>
        <p:nvSpPr>
          <p:cNvPr id="44" name="五边形 43"/>
          <p:cNvSpPr/>
          <p:nvPr/>
        </p:nvSpPr>
        <p:spPr>
          <a:xfrm>
            <a:off x="3592550" y="4872978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项目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r>
              <a:rPr lang="zh-CN" altLang="en-US" sz="1000" b="1" dirty="0">
                <a:solidFill>
                  <a:schemeClr val="tx1"/>
                </a:solidFill>
              </a:rPr>
              <a:t>指导委员会</a:t>
            </a:r>
          </a:p>
        </p:txBody>
      </p:sp>
      <p:sp>
        <p:nvSpPr>
          <p:cNvPr id="45" name="五边形 44"/>
          <p:cNvSpPr/>
          <p:nvPr/>
        </p:nvSpPr>
        <p:spPr>
          <a:xfrm>
            <a:off x="3592550" y="5508382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实施团队</a:t>
            </a:r>
            <a:r>
              <a:rPr lang="en-US" altLang="zh-CN" sz="1000" b="1" dirty="0">
                <a:solidFill>
                  <a:schemeClr val="tx1"/>
                </a:solidFill>
              </a:rPr>
              <a:t>/</a:t>
            </a:r>
          </a:p>
          <a:p>
            <a:r>
              <a:rPr lang="zh-CN" altLang="en-US" sz="1000" b="1" dirty="0">
                <a:solidFill>
                  <a:schemeClr val="tx1"/>
                </a:solidFill>
              </a:rPr>
              <a:t>最终用户</a:t>
            </a:r>
          </a:p>
        </p:txBody>
      </p:sp>
      <p:sp>
        <p:nvSpPr>
          <p:cNvPr id="47" name="五边形 46"/>
          <p:cNvSpPr/>
          <p:nvPr/>
        </p:nvSpPr>
        <p:spPr>
          <a:xfrm>
            <a:off x="3592550" y="4266812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信维</a:t>
            </a:r>
            <a:r>
              <a:rPr lang="en-US" altLang="zh-CN" sz="1000" b="1" dirty="0">
                <a:solidFill>
                  <a:schemeClr val="tx1"/>
                </a:solidFill>
              </a:rPr>
              <a:t>/</a:t>
            </a:r>
            <a:r>
              <a:rPr lang="zh-CN" altLang="en-US" sz="1000" b="1" dirty="0">
                <a:solidFill>
                  <a:schemeClr val="tx1"/>
                </a:solidFill>
              </a:rPr>
              <a:t>客户项目经理</a:t>
            </a:r>
          </a:p>
        </p:txBody>
      </p:sp>
      <p:sp>
        <p:nvSpPr>
          <p:cNvPr id="49" name="流程图: 可选过程 48"/>
          <p:cNvSpPr/>
          <p:nvPr/>
        </p:nvSpPr>
        <p:spPr>
          <a:xfrm>
            <a:off x="4719475" y="3000770"/>
            <a:ext cx="1584176" cy="445765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发现问题</a:t>
            </a:r>
          </a:p>
        </p:txBody>
      </p:sp>
      <p:sp>
        <p:nvSpPr>
          <p:cNvPr id="53" name="流程图: 决策 52"/>
          <p:cNvSpPr/>
          <p:nvPr/>
        </p:nvSpPr>
        <p:spPr>
          <a:xfrm>
            <a:off x="4719475" y="4236710"/>
            <a:ext cx="1584176" cy="50405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协调解决</a:t>
            </a:r>
          </a:p>
        </p:txBody>
      </p:sp>
      <p:sp>
        <p:nvSpPr>
          <p:cNvPr id="54" name="流程图: 可选过程 53"/>
          <p:cNvSpPr/>
          <p:nvPr/>
        </p:nvSpPr>
        <p:spPr>
          <a:xfrm>
            <a:off x="4719475" y="3647885"/>
            <a:ext cx="1584176" cy="4457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确认影响范围</a:t>
            </a:r>
          </a:p>
        </p:txBody>
      </p:sp>
      <p:cxnSp>
        <p:nvCxnSpPr>
          <p:cNvPr id="55" name="直接箭头连接符 54"/>
          <p:cNvCxnSpPr>
            <a:stCxn id="49" idx="2"/>
            <a:endCxn id="54" idx="0"/>
          </p:cNvCxnSpPr>
          <p:nvPr/>
        </p:nvCxnSpPr>
        <p:spPr>
          <a:xfrm>
            <a:off x="5511563" y="3446535"/>
            <a:ext cx="0" cy="20135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54" idx="2"/>
            <a:endCxn id="53" idx="0"/>
          </p:cNvCxnSpPr>
          <p:nvPr/>
        </p:nvCxnSpPr>
        <p:spPr>
          <a:xfrm>
            <a:off x="5511563" y="4093650"/>
            <a:ext cx="0" cy="1430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流程图: 可选过程 62"/>
          <p:cNvSpPr/>
          <p:nvPr/>
        </p:nvSpPr>
        <p:spPr>
          <a:xfrm>
            <a:off x="4719475" y="4872978"/>
            <a:ext cx="1584176" cy="4457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确认影响范围</a:t>
            </a:r>
            <a:endParaRPr lang="en-US" altLang="zh-CN" sz="1000" b="1" dirty="0"/>
          </a:p>
          <a:p>
            <a:pPr algn="ctr"/>
            <a:r>
              <a:rPr lang="zh-CN" altLang="en-US" sz="1000" b="1" dirty="0"/>
              <a:t>进行决策</a:t>
            </a:r>
          </a:p>
        </p:txBody>
      </p:sp>
      <p:cxnSp>
        <p:nvCxnSpPr>
          <p:cNvPr id="64" name="直接箭头连接符 63"/>
          <p:cNvCxnSpPr>
            <a:stCxn id="53" idx="2"/>
            <a:endCxn id="63" idx="0"/>
          </p:cNvCxnSpPr>
          <p:nvPr/>
        </p:nvCxnSpPr>
        <p:spPr>
          <a:xfrm>
            <a:off x="5511563" y="4740766"/>
            <a:ext cx="0" cy="1322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流程图: 可选过程 67"/>
          <p:cNvSpPr/>
          <p:nvPr/>
        </p:nvSpPr>
        <p:spPr>
          <a:xfrm>
            <a:off x="4719475" y="5522342"/>
            <a:ext cx="1584176" cy="4457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接受通知</a:t>
            </a:r>
          </a:p>
        </p:txBody>
      </p:sp>
      <p:cxnSp>
        <p:nvCxnSpPr>
          <p:cNvPr id="70" name="直接箭头连接符 69"/>
          <p:cNvCxnSpPr>
            <a:stCxn id="63" idx="2"/>
            <a:endCxn id="68" idx="0"/>
          </p:cNvCxnSpPr>
          <p:nvPr/>
        </p:nvCxnSpPr>
        <p:spPr>
          <a:xfrm>
            <a:off x="5511563" y="5318743"/>
            <a:ext cx="0" cy="20359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stCxn id="53" idx="3"/>
            <a:endCxn id="68" idx="3"/>
          </p:cNvCxnSpPr>
          <p:nvPr/>
        </p:nvCxnSpPr>
        <p:spPr>
          <a:xfrm>
            <a:off x="6303016" y="4488738"/>
            <a:ext cx="13970" cy="1256487"/>
          </a:xfrm>
          <a:prstGeom prst="bentConnector3">
            <a:avLst>
              <a:gd name="adj1" fmla="val 2401883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五边形 78"/>
          <p:cNvSpPr/>
          <p:nvPr/>
        </p:nvSpPr>
        <p:spPr>
          <a:xfrm>
            <a:off x="7082062" y="3002684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实施团队</a:t>
            </a:r>
            <a:r>
              <a:rPr lang="en-US" altLang="zh-CN" sz="1000" b="1" dirty="0">
                <a:solidFill>
                  <a:schemeClr val="tx1"/>
                </a:solidFill>
              </a:rPr>
              <a:t>/</a:t>
            </a:r>
          </a:p>
          <a:p>
            <a:r>
              <a:rPr lang="zh-CN" altLang="en-US" sz="1000" b="1" dirty="0">
                <a:solidFill>
                  <a:schemeClr val="tx1"/>
                </a:solidFill>
              </a:rPr>
              <a:t>最终用户</a:t>
            </a:r>
          </a:p>
        </p:txBody>
      </p:sp>
      <p:sp>
        <p:nvSpPr>
          <p:cNvPr id="80" name="五边形 79"/>
          <p:cNvSpPr/>
          <p:nvPr/>
        </p:nvSpPr>
        <p:spPr>
          <a:xfrm>
            <a:off x="7082062" y="3648842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信维</a:t>
            </a:r>
            <a:r>
              <a:rPr lang="en-US" altLang="zh-CN" sz="1000" b="1" dirty="0">
                <a:solidFill>
                  <a:schemeClr val="tx1"/>
                </a:solidFill>
              </a:rPr>
              <a:t>/</a:t>
            </a:r>
            <a:r>
              <a:rPr lang="zh-CN" altLang="en-US" sz="1000" b="1" dirty="0" smtClean="0">
                <a:solidFill>
                  <a:schemeClr val="tx1"/>
                </a:solidFill>
              </a:rPr>
              <a:t>客户</a:t>
            </a:r>
            <a:endParaRPr lang="en-US" altLang="zh-CN" sz="1000" b="1" dirty="0" smtClean="0">
              <a:solidFill>
                <a:schemeClr val="tx1"/>
              </a:solidFill>
            </a:endParaRPr>
          </a:p>
          <a:p>
            <a:r>
              <a:rPr lang="zh-CN" altLang="en-US" sz="1000" b="1" dirty="0">
                <a:solidFill>
                  <a:schemeClr val="tx1"/>
                </a:solidFill>
              </a:rPr>
              <a:t>实施</a:t>
            </a:r>
            <a:r>
              <a:rPr lang="zh-CN" altLang="en-US" sz="1000" b="1" dirty="0" smtClean="0">
                <a:solidFill>
                  <a:schemeClr val="tx1"/>
                </a:solidFill>
              </a:rPr>
              <a:t>顾问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81" name="五边形 80"/>
          <p:cNvSpPr/>
          <p:nvPr/>
        </p:nvSpPr>
        <p:spPr>
          <a:xfrm>
            <a:off x="7082062" y="4872978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信维</a:t>
            </a:r>
            <a:r>
              <a:rPr lang="en-US" altLang="zh-CN" sz="1000" b="1" dirty="0">
                <a:solidFill>
                  <a:schemeClr val="tx1"/>
                </a:solidFill>
              </a:rPr>
              <a:t>/</a:t>
            </a:r>
            <a:r>
              <a:rPr lang="zh-CN" altLang="en-US" sz="1000" b="1" dirty="0" smtClean="0">
                <a:solidFill>
                  <a:schemeClr val="tx1"/>
                </a:solidFill>
              </a:rPr>
              <a:t>客户</a:t>
            </a:r>
            <a:endParaRPr lang="en-US" altLang="zh-CN" sz="1000" b="1" dirty="0" smtClean="0">
              <a:solidFill>
                <a:schemeClr val="tx1"/>
              </a:solidFill>
            </a:endParaRPr>
          </a:p>
          <a:p>
            <a:r>
              <a:rPr lang="zh-CN" altLang="en-US" sz="1000" b="1" dirty="0" smtClean="0">
                <a:solidFill>
                  <a:schemeClr val="tx1"/>
                </a:solidFill>
              </a:rPr>
              <a:t>项目</a:t>
            </a:r>
            <a:r>
              <a:rPr lang="zh-CN" altLang="en-US" sz="1000" b="1" dirty="0">
                <a:solidFill>
                  <a:schemeClr val="tx1"/>
                </a:solidFill>
              </a:rPr>
              <a:t>经理</a:t>
            </a:r>
          </a:p>
        </p:txBody>
      </p:sp>
      <p:sp>
        <p:nvSpPr>
          <p:cNvPr id="82" name="五边形 81"/>
          <p:cNvSpPr/>
          <p:nvPr/>
        </p:nvSpPr>
        <p:spPr>
          <a:xfrm>
            <a:off x="7082062" y="5508382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实施团队</a:t>
            </a:r>
            <a:r>
              <a:rPr lang="en-US" altLang="zh-CN" sz="1000" b="1" dirty="0">
                <a:solidFill>
                  <a:schemeClr val="tx1"/>
                </a:solidFill>
              </a:rPr>
              <a:t>/</a:t>
            </a:r>
          </a:p>
          <a:p>
            <a:r>
              <a:rPr lang="zh-CN" altLang="en-US" sz="1000" b="1" dirty="0">
                <a:solidFill>
                  <a:schemeClr val="tx1"/>
                </a:solidFill>
              </a:rPr>
              <a:t>最终用户</a:t>
            </a:r>
          </a:p>
        </p:txBody>
      </p:sp>
      <p:sp>
        <p:nvSpPr>
          <p:cNvPr id="83" name="五边形 82"/>
          <p:cNvSpPr/>
          <p:nvPr/>
        </p:nvSpPr>
        <p:spPr>
          <a:xfrm>
            <a:off x="7082062" y="4266812"/>
            <a:ext cx="1029714" cy="443852"/>
          </a:xfrm>
          <a:prstGeom prst="homePlate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b="1" dirty="0" smtClean="0">
                <a:solidFill>
                  <a:schemeClr val="tx1"/>
                </a:solidFill>
              </a:rPr>
              <a:t>PTC</a:t>
            </a:r>
            <a:r>
              <a:rPr lang="zh-CN" altLang="en-US" sz="1000" b="1" dirty="0" smtClean="0">
                <a:solidFill>
                  <a:schemeClr val="tx1"/>
                </a:solidFill>
              </a:rPr>
              <a:t>技术支持热线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84" name="流程图: 可选过程 83"/>
          <p:cNvSpPr/>
          <p:nvPr/>
        </p:nvSpPr>
        <p:spPr>
          <a:xfrm>
            <a:off x="8208987" y="3000770"/>
            <a:ext cx="1584176" cy="445765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发现问题</a:t>
            </a:r>
          </a:p>
        </p:txBody>
      </p:sp>
      <p:cxnSp>
        <p:nvCxnSpPr>
          <p:cNvPr id="87" name="直接箭头连接符 86"/>
          <p:cNvCxnSpPr>
            <a:stCxn id="84" idx="2"/>
            <a:endCxn id="97" idx="0"/>
          </p:cNvCxnSpPr>
          <p:nvPr/>
        </p:nvCxnSpPr>
        <p:spPr>
          <a:xfrm flipH="1">
            <a:off x="9000440" y="3446535"/>
            <a:ext cx="635" cy="1722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endCxn id="89" idx="0"/>
          </p:cNvCxnSpPr>
          <p:nvPr/>
        </p:nvCxnSpPr>
        <p:spPr>
          <a:xfrm>
            <a:off x="9001075" y="4093650"/>
            <a:ext cx="0" cy="77932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流程图: 可选过程 88"/>
          <p:cNvSpPr/>
          <p:nvPr/>
        </p:nvSpPr>
        <p:spPr>
          <a:xfrm>
            <a:off x="8208987" y="4872978"/>
            <a:ext cx="1584176" cy="4457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/>
              <a:t>跟踪问题进度</a:t>
            </a:r>
            <a:endParaRPr lang="zh-CN" altLang="en-US" sz="1000" b="1" dirty="0"/>
          </a:p>
        </p:txBody>
      </p:sp>
      <p:sp>
        <p:nvSpPr>
          <p:cNvPr id="91" name="流程图: 可选过程 90"/>
          <p:cNvSpPr/>
          <p:nvPr/>
        </p:nvSpPr>
        <p:spPr>
          <a:xfrm>
            <a:off x="8208987" y="5522342"/>
            <a:ext cx="1584176" cy="4457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接受通知</a:t>
            </a:r>
          </a:p>
        </p:txBody>
      </p:sp>
      <p:cxnSp>
        <p:nvCxnSpPr>
          <p:cNvPr id="92" name="直接箭头连接符 91"/>
          <p:cNvCxnSpPr>
            <a:stCxn id="89" idx="2"/>
            <a:endCxn id="91" idx="0"/>
          </p:cNvCxnSpPr>
          <p:nvPr/>
        </p:nvCxnSpPr>
        <p:spPr>
          <a:xfrm>
            <a:off x="9001075" y="5318743"/>
            <a:ext cx="0" cy="20359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连接符 92"/>
          <p:cNvCxnSpPr>
            <a:stCxn id="97" idx="3"/>
            <a:endCxn id="105" idx="0"/>
          </p:cNvCxnSpPr>
          <p:nvPr/>
        </p:nvCxnSpPr>
        <p:spPr>
          <a:xfrm>
            <a:off x="9792528" y="3870768"/>
            <a:ext cx="264071" cy="33584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流程图: 决策 96"/>
          <p:cNvSpPr/>
          <p:nvPr/>
        </p:nvSpPr>
        <p:spPr>
          <a:xfrm>
            <a:off x="8208352" y="3618740"/>
            <a:ext cx="1584176" cy="50405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/>
              <a:t>解决问题</a:t>
            </a:r>
            <a:endParaRPr lang="zh-CN" altLang="en-US" sz="1000" b="1" dirty="0"/>
          </a:p>
        </p:txBody>
      </p:sp>
      <p:sp>
        <p:nvSpPr>
          <p:cNvPr id="100" name="TextBox 99"/>
          <p:cNvSpPr txBox="1"/>
          <p:nvPr/>
        </p:nvSpPr>
        <p:spPr>
          <a:xfrm>
            <a:off x="6330929" y="4209813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 smtClean="0">
                <a:solidFill>
                  <a:srgbClr val="0070C0"/>
                </a:solidFill>
              </a:rPr>
              <a:t>Y</a:t>
            </a:r>
            <a:endParaRPr lang="zh-CN" altLang="en-US" sz="1050" b="1" dirty="0">
              <a:solidFill>
                <a:srgbClr val="0070C0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009863" y="4233965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 smtClean="0">
                <a:solidFill>
                  <a:srgbClr val="0070C0"/>
                </a:solidFill>
              </a:rPr>
              <a:t>Y</a:t>
            </a:r>
            <a:endParaRPr lang="zh-CN" altLang="en-US" sz="1050" b="1" dirty="0">
              <a:solidFill>
                <a:srgbClr val="0070C0"/>
              </a:solidFill>
            </a:endParaRPr>
          </a:p>
        </p:txBody>
      </p:sp>
      <p:sp>
        <p:nvSpPr>
          <p:cNvPr id="105" name="流程图: 决策 104"/>
          <p:cNvSpPr/>
          <p:nvPr/>
        </p:nvSpPr>
        <p:spPr>
          <a:xfrm>
            <a:off x="9361114" y="4206608"/>
            <a:ext cx="1390969" cy="50405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 smtClean="0"/>
              <a:t>解决问题</a:t>
            </a:r>
            <a:endParaRPr lang="zh-CN" altLang="en-US" sz="1000" b="1" dirty="0"/>
          </a:p>
        </p:txBody>
      </p:sp>
      <p:cxnSp>
        <p:nvCxnSpPr>
          <p:cNvPr id="108" name="肘形连接符 107"/>
          <p:cNvCxnSpPr>
            <a:stCxn id="105" idx="2"/>
            <a:endCxn id="89" idx="3"/>
          </p:cNvCxnSpPr>
          <p:nvPr/>
        </p:nvCxnSpPr>
        <p:spPr>
          <a:xfrm rot="5400000">
            <a:off x="9732283" y="4771544"/>
            <a:ext cx="385197" cy="263436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9878925" y="3603643"/>
            <a:ext cx="2824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b="1" dirty="0" smtClean="0">
                <a:solidFill>
                  <a:srgbClr val="0070C0"/>
                </a:solidFill>
              </a:rPr>
              <a:t>N</a:t>
            </a:r>
            <a:endParaRPr lang="zh-CN" altLang="en-US" sz="105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72475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8577" y="918973"/>
            <a:ext cx="10151983" cy="450109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项目实施方法 </a:t>
            </a:r>
            <a:r>
              <a:rPr lang="en-US" altLang="zh-CN" dirty="0" smtClean="0"/>
              <a:t>— </a:t>
            </a:r>
            <a:r>
              <a:rPr lang="zh-CN" altLang="en-US" dirty="0" smtClean="0"/>
              <a:t>以业务流程为核心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1023299" y="4586472"/>
            <a:ext cx="341632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zh-CN" altLang="en-US" sz="1400" b="1" dirty="0" smtClean="0">
                <a:solidFill>
                  <a:srgbClr val="FF3300"/>
                </a:solidFill>
                <a:latin typeface="Arial" charset="0"/>
                <a:ea typeface="宋体" charset="-122"/>
              </a:rPr>
              <a:t>当前业务流程存在</a:t>
            </a:r>
            <a:r>
              <a:rPr lang="zh-CN" altLang="en-US" sz="1400" b="1" dirty="0">
                <a:solidFill>
                  <a:srgbClr val="FF3300"/>
                </a:solidFill>
                <a:latin typeface="Arial" charset="0"/>
                <a:ea typeface="宋体" charset="-122"/>
              </a:rPr>
              <a:t>的问题及</a:t>
            </a:r>
            <a:r>
              <a:rPr lang="zh-CN" altLang="en-US" sz="1400" b="1" dirty="0" smtClean="0">
                <a:solidFill>
                  <a:srgbClr val="FF3300"/>
                </a:solidFill>
                <a:latin typeface="Arial" charset="0"/>
                <a:ea typeface="宋体" charset="-122"/>
              </a:rPr>
              <a:t>需求（示例）</a:t>
            </a:r>
            <a:endParaRPr lang="en-US" altLang="zh-CN" sz="1400" b="1" dirty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90012" y="4982459"/>
            <a:ext cx="5134392" cy="663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0188" indent="-230188" eaLnBrk="0" hangingPunct="0">
              <a:spcBef>
                <a:spcPct val="40000"/>
              </a:spcBef>
              <a:spcAft>
                <a:spcPct val="25000"/>
              </a:spcAft>
              <a:buFontTx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图纸</a:t>
            </a:r>
            <a:r>
              <a:rPr lang="en-US" altLang="zh-CN" sz="1400" dirty="0" smtClean="0">
                <a:latin typeface="+mn-ea"/>
                <a:ea typeface="+mn-ea"/>
              </a:rPr>
              <a:t>/</a:t>
            </a:r>
            <a:r>
              <a:rPr lang="zh-CN" altLang="en-US" sz="1400" dirty="0" smtClean="0">
                <a:latin typeface="+mn-ea"/>
                <a:ea typeface="+mn-ea"/>
              </a:rPr>
              <a:t>数模等设计数据以手工方式接收，缺少管理平台</a:t>
            </a:r>
            <a:endParaRPr lang="zh-CN" altLang="en-US" sz="1400" dirty="0">
              <a:latin typeface="+mn-ea"/>
              <a:ea typeface="+mn-ea"/>
            </a:endParaRPr>
          </a:p>
          <a:p>
            <a:pPr marL="230188" indent="-230188" eaLnBrk="0" hangingPunct="0">
              <a:spcBef>
                <a:spcPct val="40000"/>
              </a:spcBef>
              <a:spcAft>
                <a:spcPct val="25000"/>
              </a:spcAft>
              <a:buFontTx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工艺文件以纸质方式签审，效率低</a:t>
            </a:r>
            <a:endParaRPr lang="en-US" altLang="zh-CN" sz="1400" dirty="0">
              <a:latin typeface="+mn-ea"/>
              <a:ea typeface="+mn-ea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1102638" y="1970791"/>
            <a:ext cx="5509439" cy="54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0188" indent="-230188" eaLnBrk="0" hangingPunct="0">
              <a:lnSpc>
                <a:spcPct val="80000"/>
              </a:lnSpc>
              <a:spcBef>
                <a:spcPct val="25000"/>
              </a:spcBef>
              <a:spcAft>
                <a:spcPct val="25000"/>
              </a:spcAft>
              <a:buFontTx/>
              <a:buChar char="•"/>
            </a:pPr>
            <a:endParaRPr lang="en-US" altLang="zh-CN" sz="1400" dirty="0">
              <a:latin typeface="Arial" charset="0"/>
              <a:ea typeface="MS PGothic" pitchFamily="34" charset="-128"/>
            </a:endParaRPr>
          </a:p>
          <a:p>
            <a:pPr marL="230188" indent="-230188" eaLnBrk="0" hangingPunct="0">
              <a:lnSpc>
                <a:spcPct val="80000"/>
              </a:lnSpc>
              <a:spcBef>
                <a:spcPct val="25000"/>
              </a:spcBef>
              <a:spcAft>
                <a:spcPct val="25000"/>
              </a:spcAft>
              <a:buFontTx/>
              <a:buChar char="•"/>
            </a:pPr>
            <a:endParaRPr lang="en-US" altLang="zh-CN" sz="1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9" name="Rectangle 19"/>
          <p:cNvSpPr>
            <a:spLocks noChangeArrowheads="1"/>
          </p:cNvSpPr>
          <p:nvPr/>
        </p:nvSpPr>
        <p:spPr bwMode="auto">
          <a:xfrm>
            <a:off x="86261" y="4605806"/>
            <a:ext cx="5081885" cy="191609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" name="AutoShape 43"/>
          <p:cNvSpPr>
            <a:spLocks noChangeAspect="1" noChangeArrowheads="1" noTextEdit="1"/>
          </p:cNvSpPr>
          <p:nvPr/>
        </p:nvSpPr>
        <p:spPr bwMode="auto">
          <a:xfrm>
            <a:off x="56257" y="1490987"/>
            <a:ext cx="4860608" cy="30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45"/>
          <p:cNvSpPr>
            <a:spLocks noChangeArrowheads="1"/>
          </p:cNvSpPr>
          <p:nvPr/>
        </p:nvSpPr>
        <p:spPr bwMode="auto">
          <a:xfrm>
            <a:off x="56257" y="1490987"/>
            <a:ext cx="4853107" cy="303354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226279" y="1376897"/>
            <a:ext cx="5515064" cy="513249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197149" y="1369082"/>
            <a:ext cx="12618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zh-CN" altLang="en-US" sz="1400" b="1">
                <a:solidFill>
                  <a:srgbClr val="FF3300"/>
                </a:solidFill>
                <a:latin typeface="Arial" charset="0"/>
                <a:ea typeface="宋体" charset="-122"/>
              </a:rPr>
              <a:t>未来业务流程</a:t>
            </a:r>
            <a:endParaRPr lang="en-US" altLang="zh-CN" sz="1400" b="1" dirty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912843" y="4806689"/>
            <a:ext cx="22322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00000"/>
              </a:lnSpc>
              <a:buFontTx/>
              <a:buNone/>
            </a:pPr>
            <a:r>
              <a:rPr lang="zh-CN" altLang="en-US" sz="1400" b="1" dirty="0" smtClean="0">
                <a:solidFill>
                  <a:srgbClr val="FF3300"/>
                </a:solidFill>
                <a:latin typeface="Arial" charset="0"/>
                <a:ea typeface="宋体" charset="-122"/>
              </a:rPr>
              <a:t>业务流程改进举措及价值</a:t>
            </a:r>
            <a:endParaRPr lang="zh-CN" altLang="en-US" sz="1400" b="1" dirty="0">
              <a:solidFill>
                <a:srgbClr val="FF3300"/>
              </a:solidFill>
              <a:latin typeface="Arial" charset="0"/>
              <a:ea typeface="宋体" charset="-122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5472683" y="5114466"/>
            <a:ext cx="5171148" cy="1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30188" indent="-230188" eaLnBrk="0" hangingPunct="0">
              <a:lnSpc>
                <a:spcPct val="150000"/>
              </a:lnSpc>
              <a:spcBef>
                <a:spcPct val="20000"/>
              </a:spcBef>
              <a:spcAft>
                <a:spcPct val="15000"/>
              </a:spcAft>
              <a:buFontTx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通过</a:t>
            </a:r>
            <a:r>
              <a:rPr lang="en-US" altLang="zh-CN" sz="1400" dirty="0" smtClean="0">
                <a:latin typeface="+mn-ea"/>
                <a:ea typeface="+mn-ea"/>
              </a:rPr>
              <a:t>Windchill</a:t>
            </a:r>
            <a:r>
              <a:rPr lang="zh-CN" altLang="en-US" sz="1400" dirty="0" smtClean="0">
                <a:latin typeface="+mn-ea"/>
                <a:ea typeface="+mn-ea"/>
              </a:rPr>
              <a:t>系统管理电子设计数据的管理，实现工艺师对设计数据的方便查找与充分利用</a:t>
            </a:r>
            <a:endParaRPr lang="en-US" altLang="zh-CN" sz="1400" dirty="0" smtClean="0"/>
          </a:p>
          <a:p>
            <a:pPr marL="230188" indent="-230188" eaLnBrk="0" hangingPunct="0">
              <a:lnSpc>
                <a:spcPct val="150000"/>
              </a:lnSpc>
              <a:spcBef>
                <a:spcPct val="20000"/>
              </a:spcBef>
              <a:spcAft>
                <a:spcPct val="15000"/>
              </a:spcAft>
              <a:buFontTx/>
              <a:buChar char="•"/>
            </a:pPr>
            <a:r>
              <a:rPr lang="zh-CN" altLang="en-US" sz="1400" dirty="0" smtClean="0">
                <a:latin typeface="+mn-ea"/>
                <a:ea typeface="+mn-ea"/>
              </a:rPr>
              <a:t>在</a:t>
            </a:r>
            <a:r>
              <a:rPr lang="en-US" altLang="zh-CN" sz="1400" dirty="0" smtClean="0">
                <a:latin typeface="+mn-ea"/>
                <a:ea typeface="+mn-ea"/>
              </a:rPr>
              <a:t>Windchill</a:t>
            </a:r>
            <a:r>
              <a:rPr lang="zh-CN" altLang="en-US" sz="1400" dirty="0" smtClean="0">
                <a:latin typeface="+mn-ea"/>
                <a:ea typeface="+mn-ea"/>
              </a:rPr>
              <a:t>系统中建立电子签审流程，缩短签审时间，提高工作效率</a:t>
            </a:r>
            <a:endParaRPr lang="zh-CN" altLang="en-US" sz="1400" dirty="0">
              <a:latin typeface="+mn-ea"/>
              <a:ea typeface="+mn-ea"/>
            </a:endParaRPr>
          </a:p>
        </p:txBody>
      </p:sp>
      <p:sp>
        <p:nvSpPr>
          <p:cNvPr id="17" name="AutoShape 43"/>
          <p:cNvSpPr>
            <a:spLocks noChangeAspect="1" noChangeArrowheads="1" noTextEdit="1"/>
          </p:cNvSpPr>
          <p:nvPr/>
        </p:nvSpPr>
        <p:spPr bwMode="auto">
          <a:xfrm>
            <a:off x="91887" y="1483174"/>
            <a:ext cx="4860608" cy="303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45"/>
          <p:cNvSpPr>
            <a:spLocks noChangeArrowheads="1"/>
          </p:cNvSpPr>
          <p:nvPr/>
        </p:nvSpPr>
        <p:spPr bwMode="auto">
          <a:xfrm>
            <a:off x="91887" y="1483173"/>
            <a:ext cx="4853107" cy="303354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" name="Rectangle 46"/>
          <p:cNvSpPr>
            <a:spLocks noChangeArrowheads="1"/>
          </p:cNvSpPr>
          <p:nvPr/>
        </p:nvSpPr>
        <p:spPr bwMode="auto">
          <a:xfrm>
            <a:off x="1348295" y="3482095"/>
            <a:ext cx="3499187" cy="79707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" name="Rectangle 47"/>
          <p:cNvSpPr>
            <a:spLocks noChangeArrowheads="1"/>
          </p:cNvSpPr>
          <p:nvPr/>
        </p:nvSpPr>
        <p:spPr bwMode="auto">
          <a:xfrm>
            <a:off x="2344043" y="3480533"/>
            <a:ext cx="1330492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Component and Supplier 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pic>
        <p:nvPicPr>
          <p:cNvPr id="21" name="Picture 4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694" y="1662903"/>
            <a:ext cx="4393674" cy="21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4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5694" y="1662903"/>
            <a:ext cx="4393674" cy="21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50"/>
          <p:cNvSpPr>
            <a:spLocks noChangeArrowheads="1"/>
          </p:cNvSpPr>
          <p:nvPr/>
        </p:nvSpPr>
        <p:spPr bwMode="auto">
          <a:xfrm>
            <a:off x="2162146" y="1739485"/>
            <a:ext cx="211596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b="1" dirty="0">
                <a:solidFill>
                  <a:srgbClr val="00344E"/>
                </a:solidFill>
                <a:latin typeface="Arial" charset="0"/>
                <a:ea typeface="MS PGothic" pitchFamily="34" charset="-128"/>
              </a:rPr>
              <a:t>Design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24" name="Rectangle 51"/>
          <p:cNvSpPr>
            <a:spLocks noChangeArrowheads="1"/>
          </p:cNvSpPr>
          <p:nvPr/>
        </p:nvSpPr>
        <p:spPr bwMode="auto">
          <a:xfrm>
            <a:off x="3531068" y="1700413"/>
            <a:ext cx="335028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b="1" dirty="0">
                <a:solidFill>
                  <a:srgbClr val="00344E"/>
                </a:solidFill>
                <a:latin typeface="Arial" charset="0"/>
                <a:ea typeface="MS PGothic" pitchFamily="34" charset="-128"/>
              </a:rPr>
              <a:t>Production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25" name="Rectangle 52"/>
          <p:cNvSpPr>
            <a:spLocks noChangeArrowheads="1"/>
          </p:cNvSpPr>
          <p:nvPr/>
        </p:nvSpPr>
        <p:spPr bwMode="auto">
          <a:xfrm>
            <a:off x="3555445" y="1773868"/>
            <a:ext cx="280526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b="1" dirty="0">
                <a:solidFill>
                  <a:srgbClr val="00344E"/>
                </a:solidFill>
                <a:latin typeface="Arial" charset="0"/>
                <a:ea typeface="MS PGothic" pitchFamily="34" charset="-128"/>
              </a:rPr>
              <a:t>Ramp Up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26" name="Rectangle 53"/>
          <p:cNvSpPr>
            <a:spLocks noChangeArrowheads="1"/>
          </p:cNvSpPr>
          <p:nvPr/>
        </p:nvSpPr>
        <p:spPr bwMode="auto">
          <a:xfrm>
            <a:off x="787598" y="1739485"/>
            <a:ext cx="134652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b="1" dirty="0">
                <a:solidFill>
                  <a:srgbClr val="00344E"/>
                </a:solidFill>
                <a:latin typeface="Arial" charset="0"/>
                <a:ea typeface="MS PGothic" pitchFamily="34" charset="-128"/>
              </a:rPr>
              <a:t>Plan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27" name="Rectangle 54"/>
          <p:cNvSpPr>
            <a:spLocks noChangeArrowheads="1"/>
          </p:cNvSpPr>
          <p:nvPr/>
        </p:nvSpPr>
        <p:spPr bwMode="auto">
          <a:xfrm>
            <a:off x="1245156" y="1739485"/>
            <a:ext cx="253274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b="1" dirty="0">
                <a:solidFill>
                  <a:srgbClr val="00344E"/>
                </a:solidFill>
                <a:latin typeface="Arial" charset="0"/>
                <a:ea typeface="MS PGothic" pitchFamily="34" charset="-128"/>
              </a:rPr>
              <a:t>Concept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28" name="Rectangle 55"/>
          <p:cNvSpPr>
            <a:spLocks noChangeArrowheads="1"/>
          </p:cNvSpPr>
          <p:nvPr/>
        </p:nvSpPr>
        <p:spPr bwMode="auto">
          <a:xfrm>
            <a:off x="4266159" y="1739485"/>
            <a:ext cx="243656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b="1" dirty="0">
                <a:solidFill>
                  <a:srgbClr val="00344E"/>
                </a:solidFill>
                <a:latin typeface="Arial" charset="0"/>
                <a:ea typeface="MS PGothic" pitchFamily="34" charset="-128"/>
              </a:rPr>
              <a:t>Support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29" name="Rectangle 56"/>
          <p:cNvSpPr>
            <a:spLocks noChangeArrowheads="1"/>
          </p:cNvSpPr>
          <p:nvPr/>
        </p:nvSpPr>
        <p:spPr bwMode="auto">
          <a:xfrm>
            <a:off x="3039755" y="1739485"/>
            <a:ext cx="243656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b="1" dirty="0">
                <a:solidFill>
                  <a:srgbClr val="00344E"/>
                </a:solidFill>
                <a:latin typeface="Arial" charset="0"/>
                <a:ea typeface="MS PGothic" pitchFamily="34" charset="-128"/>
              </a:rPr>
              <a:t>Validate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30" name="Rectangle 57"/>
          <p:cNvSpPr>
            <a:spLocks noChangeArrowheads="1"/>
          </p:cNvSpPr>
          <p:nvPr/>
        </p:nvSpPr>
        <p:spPr bwMode="auto">
          <a:xfrm>
            <a:off x="1428929" y="2189594"/>
            <a:ext cx="3418553" cy="79706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31" name="Rectangle 58"/>
          <p:cNvSpPr>
            <a:spLocks noChangeArrowheads="1"/>
          </p:cNvSpPr>
          <p:nvPr/>
        </p:nvSpPr>
        <p:spPr bwMode="auto">
          <a:xfrm>
            <a:off x="2681586" y="2188031"/>
            <a:ext cx="806311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Regulatory Compliance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32" name="Rectangle 59"/>
          <p:cNvSpPr>
            <a:spLocks noChangeArrowheads="1"/>
          </p:cNvSpPr>
          <p:nvPr/>
        </p:nvSpPr>
        <p:spPr bwMode="auto">
          <a:xfrm>
            <a:off x="742593" y="1909839"/>
            <a:ext cx="4104889" cy="79707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33" name="Rectangle 60"/>
          <p:cNvSpPr>
            <a:spLocks noChangeArrowheads="1"/>
          </p:cNvSpPr>
          <p:nvPr/>
        </p:nvSpPr>
        <p:spPr bwMode="auto">
          <a:xfrm>
            <a:off x="2366546" y="1908276"/>
            <a:ext cx="75661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Portfolio 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34" name="Rectangle 61"/>
          <p:cNvSpPr>
            <a:spLocks noChangeArrowheads="1"/>
          </p:cNvSpPr>
          <p:nvPr/>
        </p:nvSpPr>
        <p:spPr bwMode="auto">
          <a:xfrm>
            <a:off x="1428929" y="2288056"/>
            <a:ext cx="3418553" cy="79707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35" name="Rectangle 62"/>
          <p:cNvSpPr>
            <a:spLocks noChangeArrowheads="1"/>
          </p:cNvSpPr>
          <p:nvPr/>
        </p:nvSpPr>
        <p:spPr bwMode="auto">
          <a:xfrm>
            <a:off x="2732218" y="2286493"/>
            <a:ext cx="71333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Quality 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36" name="Rectangle 63"/>
          <p:cNvSpPr>
            <a:spLocks noChangeArrowheads="1"/>
          </p:cNvSpPr>
          <p:nvPr/>
        </p:nvSpPr>
        <p:spPr bwMode="auto">
          <a:xfrm>
            <a:off x="892612" y="2003612"/>
            <a:ext cx="3054757" cy="78144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37" name="Rectangle 64"/>
          <p:cNvSpPr>
            <a:spLocks noChangeArrowheads="1"/>
          </p:cNvSpPr>
          <p:nvPr/>
        </p:nvSpPr>
        <p:spPr bwMode="auto">
          <a:xfrm>
            <a:off x="1983998" y="2002049"/>
            <a:ext cx="769441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Program 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38" name="Rectangle 65"/>
          <p:cNvSpPr>
            <a:spLocks noChangeArrowheads="1"/>
          </p:cNvSpPr>
          <p:nvPr/>
        </p:nvSpPr>
        <p:spPr bwMode="auto">
          <a:xfrm>
            <a:off x="894487" y="2092696"/>
            <a:ext cx="3060383" cy="79706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39" name="Rectangle 66"/>
          <p:cNvSpPr>
            <a:spLocks noChangeArrowheads="1"/>
          </p:cNvSpPr>
          <p:nvPr/>
        </p:nvSpPr>
        <p:spPr bwMode="auto">
          <a:xfrm>
            <a:off x="1931492" y="2091133"/>
            <a:ext cx="86722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New Product Introduction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40" name="Rectangle 67"/>
          <p:cNvSpPr>
            <a:spLocks noChangeArrowheads="1"/>
          </p:cNvSpPr>
          <p:nvPr/>
        </p:nvSpPr>
        <p:spPr bwMode="auto">
          <a:xfrm>
            <a:off x="922616" y="2642829"/>
            <a:ext cx="2434054" cy="79706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41" name="Rectangle 68"/>
          <p:cNvSpPr>
            <a:spLocks noChangeArrowheads="1"/>
          </p:cNvSpPr>
          <p:nvPr/>
        </p:nvSpPr>
        <p:spPr bwMode="auto">
          <a:xfrm>
            <a:off x="1342668" y="2641266"/>
            <a:ext cx="1402628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Requirements Capture and 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42" name="Rectangle 69"/>
          <p:cNvSpPr>
            <a:spLocks noChangeArrowheads="1"/>
          </p:cNvSpPr>
          <p:nvPr/>
        </p:nvSpPr>
        <p:spPr bwMode="auto">
          <a:xfrm>
            <a:off x="2368422" y="2739728"/>
            <a:ext cx="2471559" cy="79706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43" name="Rectangle 70"/>
          <p:cNvSpPr>
            <a:spLocks noChangeArrowheads="1"/>
          </p:cNvSpPr>
          <p:nvPr/>
        </p:nvSpPr>
        <p:spPr bwMode="auto">
          <a:xfrm>
            <a:off x="3000375" y="2738165"/>
            <a:ext cx="106599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Product Marketing Publications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44" name="Rectangle 71"/>
          <p:cNvSpPr>
            <a:spLocks noChangeArrowheads="1"/>
          </p:cNvSpPr>
          <p:nvPr/>
        </p:nvSpPr>
        <p:spPr bwMode="auto">
          <a:xfrm>
            <a:off x="750094" y="2552182"/>
            <a:ext cx="1215152" cy="79706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45" name="Rectangle 72"/>
          <p:cNvSpPr>
            <a:spLocks noChangeArrowheads="1"/>
          </p:cNvSpPr>
          <p:nvPr/>
        </p:nvSpPr>
        <p:spPr bwMode="auto">
          <a:xfrm>
            <a:off x="975122" y="2550619"/>
            <a:ext cx="676467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Proposal Response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46" name="Rectangle 73"/>
          <p:cNvSpPr>
            <a:spLocks noChangeArrowheads="1"/>
          </p:cNvSpPr>
          <p:nvPr/>
        </p:nvSpPr>
        <p:spPr bwMode="auto">
          <a:xfrm>
            <a:off x="1014503" y="2886638"/>
            <a:ext cx="1076385" cy="79706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47" name="Rectangle 74"/>
          <p:cNvSpPr>
            <a:spLocks noChangeArrowheads="1"/>
          </p:cNvSpPr>
          <p:nvPr/>
        </p:nvSpPr>
        <p:spPr bwMode="auto">
          <a:xfrm>
            <a:off x="1119516" y="2885075"/>
            <a:ext cx="76623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Concept Development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48" name="Rectangle 75"/>
          <p:cNvSpPr>
            <a:spLocks noChangeArrowheads="1"/>
          </p:cNvSpPr>
          <p:nvPr/>
        </p:nvSpPr>
        <p:spPr bwMode="auto">
          <a:xfrm>
            <a:off x="1353920" y="2977285"/>
            <a:ext cx="911364" cy="79706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49" name="Rectangle 76"/>
          <p:cNvSpPr>
            <a:spLocks noChangeArrowheads="1"/>
          </p:cNvSpPr>
          <p:nvPr/>
        </p:nvSpPr>
        <p:spPr bwMode="auto">
          <a:xfrm>
            <a:off x="1515189" y="2975722"/>
            <a:ext cx="519373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System Design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50" name="Rectangle 77"/>
          <p:cNvSpPr>
            <a:spLocks noChangeArrowheads="1"/>
          </p:cNvSpPr>
          <p:nvPr/>
        </p:nvSpPr>
        <p:spPr bwMode="auto">
          <a:xfrm>
            <a:off x="1978374" y="3069495"/>
            <a:ext cx="1001375" cy="78144"/>
          </a:xfrm>
          <a:prstGeom prst="rect">
            <a:avLst/>
          </a:prstGeom>
          <a:solidFill>
            <a:srgbClr val="FF6600"/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51" name="Rectangle 78"/>
          <p:cNvSpPr>
            <a:spLocks noChangeArrowheads="1"/>
          </p:cNvSpPr>
          <p:nvPr/>
        </p:nvSpPr>
        <p:spPr bwMode="auto">
          <a:xfrm>
            <a:off x="2149019" y="3066369"/>
            <a:ext cx="577081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b="1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Detailed Design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52" name="Rectangle 79"/>
          <p:cNvSpPr>
            <a:spLocks noChangeArrowheads="1"/>
          </p:cNvSpPr>
          <p:nvPr/>
        </p:nvSpPr>
        <p:spPr bwMode="auto">
          <a:xfrm>
            <a:off x="1952120" y="3252352"/>
            <a:ext cx="1997124" cy="79706"/>
          </a:xfrm>
          <a:prstGeom prst="rect">
            <a:avLst/>
          </a:prstGeom>
          <a:solidFill>
            <a:srgbClr val="357199"/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53" name="Rectangle 80"/>
          <p:cNvSpPr>
            <a:spLocks noChangeArrowheads="1"/>
          </p:cNvSpPr>
          <p:nvPr/>
        </p:nvSpPr>
        <p:spPr bwMode="auto">
          <a:xfrm>
            <a:off x="2353420" y="3249227"/>
            <a:ext cx="984244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Variant Design &amp; Generation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54" name="Rectangle 81"/>
          <p:cNvSpPr>
            <a:spLocks noChangeArrowheads="1"/>
          </p:cNvSpPr>
          <p:nvPr/>
        </p:nvSpPr>
        <p:spPr bwMode="auto">
          <a:xfrm>
            <a:off x="1258283" y="3155454"/>
            <a:ext cx="2690961" cy="79706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55" name="Rectangle 82"/>
          <p:cNvSpPr>
            <a:spLocks noChangeArrowheads="1"/>
          </p:cNvSpPr>
          <p:nvPr/>
        </p:nvSpPr>
        <p:spPr bwMode="auto">
          <a:xfrm>
            <a:off x="2096512" y="3153891"/>
            <a:ext cx="896079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Verification and Validation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56" name="Rectangle 83"/>
          <p:cNvSpPr>
            <a:spLocks noChangeArrowheads="1"/>
          </p:cNvSpPr>
          <p:nvPr/>
        </p:nvSpPr>
        <p:spPr bwMode="auto">
          <a:xfrm>
            <a:off x="1016377" y="3347688"/>
            <a:ext cx="2417178" cy="79707"/>
          </a:xfrm>
          <a:prstGeom prst="rect">
            <a:avLst/>
          </a:prstGeom>
          <a:solidFill>
            <a:srgbClr val="357199"/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57" name="Rectangle 84"/>
          <p:cNvSpPr>
            <a:spLocks noChangeArrowheads="1"/>
          </p:cNvSpPr>
          <p:nvPr/>
        </p:nvSpPr>
        <p:spPr bwMode="auto">
          <a:xfrm>
            <a:off x="1805851" y="3344562"/>
            <a:ext cx="679673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Design Outsourcing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58" name="Rectangle 85"/>
          <p:cNvSpPr>
            <a:spLocks noChangeArrowheads="1"/>
          </p:cNvSpPr>
          <p:nvPr/>
        </p:nvSpPr>
        <p:spPr bwMode="auto">
          <a:xfrm>
            <a:off x="1428929" y="2386517"/>
            <a:ext cx="3418553" cy="79706"/>
          </a:xfrm>
          <a:prstGeom prst="rect">
            <a:avLst/>
          </a:prstGeom>
          <a:solidFill>
            <a:srgbClr val="357199"/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zh-CN" sz="2400">
              <a:latin typeface="Arial" charset="0"/>
              <a:ea typeface="MS PGothic" pitchFamily="34" charset="-128"/>
            </a:endParaRPr>
          </a:p>
        </p:txBody>
      </p:sp>
      <p:sp>
        <p:nvSpPr>
          <p:cNvPr id="59" name="Rectangle 86"/>
          <p:cNvSpPr>
            <a:spLocks noChangeArrowheads="1"/>
          </p:cNvSpPr>
          <p:nvPr/>
        </p:nvSpPr>
        <p:spPr bwMode="auto">
          <a:xfrm>
            <a:off x="2304663" y="2383392"/>
            <a:ext cx="1378583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Change and Configuration 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0" name="Rectangle 87"/>
          <p:cNvSpPr>
            <a:spLocks noChangeArrowheads="1"/>
          </p:cNvSpPr>
          <p:nvPr/>
        </p:nvSpPr>
        <p:spPr bwMode="auto">
          <a:xfrm>
            <a:off x="1952119" y="3578994"/>
            <a:ext cx="1985873" cy="79707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1" name="Rectangle 88"/>
          <p:cNvSpPr>
            <a:spLocks noChangeArrowheads="1"/>
          </p:cNvSpPr>
          <p:nvPr/>
        </p:nvSpPr>
        <p:spPr bwMode="auto">
          <a:xfrm>
            <a:off x="2563446" y="3577431"/>
            <a:ext cx="671659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Advanced Sourcing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2" name="Rectangle 89"/>
          <p:cNvSpPr>
            <a:spLocks noChangeArrowheads="1"/>
          </p:cNvSpPr>
          <p:nvPr/>
        </p:nvSpPr>
        <p:spPr bwMode="auto">
          <a:xfrm>
            <a:off x="2098388" y="4091618"/>
            <a:ext cx="1843355" cy="79707"/>
          </a:xfrm>
          <a:prstGeom prst="rect">
            <a:avLst/>
          </a:prstGeom>
          <a:solidFill>
            <a:srgbClr val="357199"/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" name="Rectangle 90"/>
          <p:cNvSpPr>
            <a:spLocks noChangeArrowheads="1"/>
          </p:cNvSpPr>
          <p:nvPr/>
        </p:nvSpPr>
        <p:spPr bwMode="auto">
          <a:xfrm>
            <a:off x="2542818" y="4088492"/>
            <a:ext cx="77104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Technical Publications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4" name="Rectangle 91"/>
          <p:cNvSpPr>
            <a:spLocks noChangeArrowheads="1"/>
          </p:cNvSpPr>
          <p:nvPr/>
        </p:nvSpPr>
        <p:spPr bwMode="auto">
          <a:xfrm>
            <a:off x="3849857" y="4282290"/>
            <a:ext cx="990124" cy="71892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" name="Rectangle 92"/>
          <p:cNvSpPr>
            <a:spLocks noChangeArrowheads="1"/>
          </p:cNvSpPr>
          <p:nvPr/>
        </p:nvSpPr>
        <p:spPr bwMode="auto">
          <a:xfrm>
            <a:off x="3904238" y="4280727"/>
            <a:ext cx="692497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Equipment 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6" name="Rectangle 93"/>
          <p:cNvSpPr>
            <a:spLocks noChangeArrowheads="1"/>
          </p:cNvSpPr>
          <p:nvPr/>
        </p:nvSpPr>
        <p:spPr bwMode="auto">
          <a:xfrm>
            <a:off x="2098388" y="4183828"/>
            <a:ext cx="1848981" cy="78144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" name="Rectangle 94"/>
          <p:cNvSpPr>
            <a:spLocks noChangeArrowheads="1"/>
          </p:cNvSpPr>
          <p:nvPr/>
        </p:nvSpPr>
        <p:spPr bwMode="auto">
          <a:xfrm>
            <a:off x="2428430" y="4182265"/>
            <a:ext cx="1048364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Service Program 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8" name="Rectangle 95"/>
          <p:cNvSpPr>
            <a:spLocks noChangeArrowheads="1"/>
          </p:cNvSpPr>
          <p:nvPr/>
        </p:nvSpPr>
        <p:spPr bwMode="auto">
          <a:xfrm>
            <a:off x="3851732" y="4376062"/>
            <a:ext cx="988249" cy="73456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9" name="Rectangle 96"/>
          <p:cNvSpPr>
            <a:spLocks noChangeArrowheads="1"/>
          </p:cNvSpPr>
          <p:nvPr/>
        </p:nvSpPr>
        <p:spPr bwMode="auto">
          <a:xfrm>
            <a:off x="3952995" y="4374499"/>
            <a:ext cx="620363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Performance Analysis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70" name="Rectangle 97"/>
          <p:cNvSpPr>
            <a:spLocks noChangeArrowheads="1"/>
          </p:cNvSpPr>
          <p:nvPr/>
        </p:nvSpPr>
        <p:spPr bwMode="auto">
          <a:xfrm>
            <a:off x="2098388" y="3838432"/>
            <a:ext cx="1843355" cy="79707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71" name="Rectangle 98"/>
          <p:cNvSpPr>
            <a:spLocks noChangeArrowheads="1"/>
          </p:cNvSpPr>
          <p:nvPr/>
        </p:nvSpPr>
        <p:spPr bwMode="auto">
          <a:xfrm>
            <a:off x="2261533" y="3836869"/>
            <a:ext cx="1336904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Tooling and Factory Equipment Design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72" name="Rectangle 99"/>
          <p:cNvSpPr>
            <a:spLocks noChangeArrowheads="1"/>
          </p:cNvSpPr>
          <p:nvPr/>
        </p:nvSpPr>
        <p:spPr bwMode="auto">
          <a:xfrm>
            <a:off x="2098388" y="3747785"/>
            <a:ext cx="1843355" cy="78144"/>
          </a:xfrm>
          <a:prstGeom prst="rect">
            <a:avLst/>
          </a:prstGeom>
          <a:solidFill>
            <a:srgbClr val="357199"/>
          </a:solidFill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73" name="Rectangle 100"/>
          <p:cNvSpPr>
            <a:spLocks noChangeArrowheads="1"/>
          </p:cNvSpPr>
          <p:nvPr/>
        </p:nvSpPr>
        <p:spPr bwMode="auto">
          <a:xfrm>
            <a:off x="2254032" y="3743097"/>
            <a:ext cx="1263166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Manufacturing Process 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74" name="Rectangle 101"/>
          <p:cNvSpPr>
            <a:spLocks noChangeArrowheads="1"/>
          </p:cNvSpPr>
          <p:nvPr/>
        </p:nvSpPr>
        <p:spPr bwMode="auto">
          <a:xfrm>
            <a:off x="2098388" y="3929079"/>
            <a:ext cx="1843355" cy="79707"/>
          </a:xfrm>
          <a:prstGeom prst="rect">
            <a:avLst/>
          </a:prstGeom>
          <a:solidFill>
            <a:srgbClr val="3571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75" name="Rectangle 102"/>
          <p:cNvSpPr>
            <a:spLocks noChangeArrowheads="1"/>
          </p:cNvSpPr>
          <p:nvPr/>
        </p:nvSpPr>
        <p:spPr bwMode="auto">
          <a:xfrm>
            <a:off x="2494062" y="3927516"/>
            <a:ext cx="928139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600" dirty="0">
                <a:solidFill>
                  <a:srgbClr val="FFFFFF"/>
                </a:solidFill>
                <a:latin typeface="Arial" charset="0"/>
                <a:ea typeface="MS PGothic" pitchFamily="34" charset="-128"/>
              </a:rPr>
              <a:t>Manufacturing Outsourcing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76" name="Rectangle 103"/>
          <p:cNvSpPr>
            <a:spLocks noChangeArrowheads="1"/>
          </p:cNvSpPr>
          <p:nvPr/>
        </p:nvSpPr>
        <p:spPr bwMode="auto">
          <a:xfrm>
            <a:off x="450057" y="2499044"/>
            <a:ext cx="131266" cy="1250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77" name="Rectangle 104"/>
          <p:cNvSpPr>
            <a:spLocks noChangeArrowheads="1"/>
          </p:cNvSpPr>
          <p:nvPr/>
        </p:nvSpPr>
        <p:spPr bwMode="auto">
          <a:xfrm>
            <a:off x="581323" y="2499044"/>
            <a:ext cx="88137" cy="12503"/>
          </a:xfrm>
          <a:prstGeom prst="rect">
            <a:avLst/>
          </a:prstGeom>
          <a:solidFill>
            <a:srgbClr val="FDFEF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78" name="Rectangle 105"/>
          <p:cNvSpPr>
            <a:spLocks noChangeArrowheads="1"/>
          </p:cNvSpPr>
          <p:nvPr/>
        </p:nvSpPr>
        <p:spPr bwMode="auto">
          <a:xfrm>
            <a:off x="669459" y="2499044"/>
            <a:ext cx="88135" cy="12503"/>
          </a:xfrm>
          <a:prstGeom prst="rect">
            <a:avLst/>
          </a:prstGeom>
          <a:solidFill>
            <a:srgbClr val="FCFCFD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79" name="Rectangle 106"/>
          <p:cNvSpPr>
            <a:spLocks noChangeArrowheads="1"/>
          </p:cNvSpPr>
          <p:nvPr/>
        </p:nvSpPr>
        <p:spPr bwMode="auto">
          <a:xfrm>
            <a:off x="757595" y="2499044"/>
            <a:ext cx="71259" cy="12503"/>
          </a:xfrm>
          <a:prstGeom prst="rect">
            <a:avLst/>
          </a:prstGeom>
          <a:solidFill>
            <a:srgbClr val="FAFBF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0" name="Rectangle 107"/>
          <p:cNvSpPr>
            <a:spLocks noChangeArrowheads="1"/>
          </p:cNvSpPr>
          <p:nvPr/>
        </p:nvSpPr>
        <p:spPr bwMode="auto">
          <a:xfrm>
            <a:off x="828854" y="2499044"/>
            <a:ext cx="69384" cy="12503"/>
          </a:xfrm>
          <a:prstGeom prst="rect">
            <a:avLst/>
          </a:prstGeom>
          <a:solidFill>
            <a:srgbClr val="F8F9F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1" name="Rectangle 108"/>
          <p:cNvSpPr>
            <a:spLocks noChangeArrowheads="1"/>
          </p:cNvSpPr>
          <p:nvPr/>
        </p:nvSpPr>
        <p:spPr bwMode="auto">
          <a:xfrm>
            <a:off x="898238" y="2499044"/>
            <a:ext cx="52507" cy="12503"/>
          </a:xfrm>
          <a:prstGeom prst="rect">
            <a:avLst/>
          </a:prstGeom>
          <a:solidFill>
            <a:srgbClr val="F6F8F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2" name="Rectangle 109"/>
          <p:cNvSpPr>
            <a:spLocks noChangeArrowheads="1"/>
          </p:cNvSpPr>
          <p:nvPr/>
        </p:nvSpPr>
        <p:spPr bwMode="auto">
          <a:xfrm>
            <a:off x="950744" y="2499044"/>
            <a:ext cx="35629" cy="12503"/>
          </a:xfrm>
          <a:prstGeom prst="rect">
            <a:avLst/>
          </a:prstGeom>
          <a:solidFill>
            <a:srgbClr val="F5F6F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3" name="Rectangle 110"/>
          <p:cNvSpPr>
            <a:spLocks noChangeArrowheads="1"/>
          </p:cNvSpPr>
          <p:nvPr/>
        </p:nvSpPr>
        <p:spPr bwMode="auto">
          <a:xfrm>
            <a:off x="986373" y="2499044"/>
            <a:ext cx="52507" cy="12503"/>
          </a:xfrm>
          <a:prstGeom prst="rect">
            <a:avLst/>
          </a:prstGeom>
          <a:solidFill>
            <a:srgbClr val="F3F5F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4" name="Rectangle 111"/>
          <p:cNvSpPr>
            <a:spLocks noChangeArrowheads="1"/>
          </p:cNvSpPr>
          <p:nvPr/>
        </p:nvSpPr>
        <p:spPr bwMode="auto">
          <a:xfrm>
            <a:off x="1038880" y="2499044"/>
            <a:ext cx="35630" cy="12503"/>
          </a:xfrm>
          <a:prstGeom prst="rect">
            <a:avLst/>
          </a:prstGeom>
          <a:solidFill>
            <a:srgbClr val="F1F3F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5" name="Rectangle 112"/>
          <p:cNvSpPr>
            <a:spLocks noChangeArrowheads="1"/>
          </p:cNvSpPr>
          <p:nvPr/>
        </p:nvSpPr>
        <p:spPr bwMode="auto">
          <a:xfrm>
            <a:off x="1074511" y="2499044"/>
            <a:ext cx="33754" cy="12503"/>
          </a:xfrm>
          <a:prstGeom prst="rect">
            <a:avLst/>
          </a:prstGeom>
          <a:solidFill>
            <a:srgbClr val="EFF2F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6" name="Rectangle 113"/>
          <p:cNvSpPr>
            <a:spLocks noChangeArrowheads="1"/>
          </p:cNvSpPr>
          <p:nvPr/>
        </p:nvSpPr>
        <p:spPr bwMode="auto">
          <a:xfrm>
            <a:off x="1108264" y="2499044"/>
            <a:ext cx="35629" cy="12503"/>
          </a:xfrm>
          <a:prstGeom prst="rect">
            <a:avLst/>
          </a:prstGeom>
          <a:solidFill>
            <a:srgbClr val="EEF0F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7" name="Rectangle 114"/>
          <p:cNvSpPr>
            <a:spLocks noChangeArrowheads="1"/>
          </p:cNvSpPr>
          <p:nvPr/>
        </p:nvSpPr>
        <p:spPr bwMode="auto">
          <a:xfrm>
            <a:off x="1143894" y="2499044"/>
            <a:ext cx="35630" cy="12503"/>
          </a:xfrm>
          <a:prstGeom prst="rect">
            <a:avLst/>
          </a:prstGeom>
          <a:solidFill>
            <a:srgbClr val="ECEFF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8" name="Rectangle 115"/>
          <p:cNvSpPr>
            <a:spLocks noChangeArrowheads="1"/>
          </p:cNvSpPr>
          <p:nvPr/>
        </p:nvSpPr>
        <p:spPr bwMode="auto">
          <a:xfrm>
            <a:off x="1179524" y="2499044"/>
            <a:ext cx="33754" cy="12503"/>
          </a:xfrm>
          <a:prstGeom prst="rect">
            <a:avLst/>
          </a:prstGeom>
          <a:solidFill>
            <a:srgbClr val="EAEDE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89" name="Rectangle 116"/>
          <p:cNvSpPr>
            <a:spLocks noChangeArrowheads="1"/>
          </p:cNvSpPr>
          <p:nvPr/>
        </p:nvSpPr>
        <p:spPr bwMode="auto">
          <a:xfrm>
            <a:off x="1213277" y="2499044"/>
            <a:ext cx="35629" cy="12503"/>
          </a:xfrm>
          <a:prstGeom prst="rect">
            <a:avLst/>
          </a:prstGeom>
          <a:solidFill>
            <a:srgbClr val="E8EBE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0" name="Rectangle 117"/>
          <p:cNvSpPr>
            <a:spLocks noChangeArrowheads="1"/>
          </p:cNvSpPr>
          <p:nvPr/>
        </p:nvSpPr>
        <p:spPr bwMode="auto">
          <a:xfrm>
            <a:off x="1248907" y="2499044"/>
            <a:ext cx="35630" cy="12503"/>
          </a:xfrm>
          <a:prstGeom prst="rect">
            <a:avLst/>
          </a:prstGeom>
          <a:solidFill>
            <a:srgbClr val="E6EAE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1" name="Rectangle 118"/>
          <p:cNvSpPr>
            <a:spLocks noChangeArrowheads="1"/>
          </p:cNvSpPr>
          <p:nvPr/>
        </p:nvSpPr>
        <p:spPr bwMode="auto">
          <a:xfrm>
            <a:off x="1284536" y="2499044"/>
            <a:ext cx="30004" cy="12503"/>
          </a:xfrm>
          <a:prstGeom prst="rect">
            <a:avLst/>
          </a:prstGeom>
          <a:solidFill>
            <a:srgbClr val="E4E8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2" name="Rectangle 119"/>
          <p:cNvSpPr>
            <a:spLocks noChangeArrowheads="1"/>
          </p:cNvSpPr>
          <p:nvPr/>
        </p:nvSpPr>
        <p:spPr bwMode="auto">
          <a:xfrm>
            <a:off x="1314540" y="2499044"/>
            <a:ext cx="22503" cy="12503"/>
          </a:xfrm>
          <a:prstGeom prst="rect">
            <a:avLst/>
          </a:prstGeom>
          <a:solidFill>
            <a:srgbClr val="E2E7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3" name="Rectangle 120"/>
          <p:cNvSpPr>
            <a:spLocks noChangeArrowheads="1"/>
          </p:cNvSpPr>
          <p:nvPr/>
        </p:nvSpPr>
        <p:spPr bwMode="auto">
          <a:xfrm>
            <a:off x="1337043" y="2499044"/>
            <a:ext cx="35629" cy="12503"/>
          </a:xfrm>
          <a:prstGeom prst="rect">
            <a:avLst/>
          </a:prstGeom>
          <a:solidFill>
            <a:srgbClr val="E0E5E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4" name="Rectangle 121"/>
          <p:cNvSpPr>
            <a:spLocks noChangeArrowheads="1"/>
          </p:cNvSpPr>
          <p:nvPr/>
        </p:nvSpPr>
        <p:spPr bwMode="auto">
          <a:xfrm>
            <a:off x="1372671" y="2499044"/>
            <a:ext cx="30004" cy="12503"/>
          </a:xfrm>
          <a:prstGeom prst="rect">
            <a:avLst/>
          </a:prstGeom>
          <a:solidFill>
            <a:srgbClr val="DEE3E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5" name="Rectangle 122"/>
          <p:cNvSpPr>
            <a:spLocks noChangeArrowheads="1"/>
          </p:cNvSpPr>
          <p:nvPr/>
        </p:nvSpPr>
        <p:spPr bwMode="auto">
          <a:xfrm>
            <a:off x="1402675" y="2499044"/>
            <a:ext cx="16878" cy="12503"/>
          </a:xfrm>
          <a:prstGeom prst="rect">
            <a:avLst/>
          </a:prstGeom>
          <a:solidFill>
            <a:srgbClr val="DCE2E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6" name="Rectangle 123"/>
          <p:cNvSpPr>
            <a:spLocks noChangeArrowheads="1"/>
          </p:cNvSpPr>
          <p:nvPr/>
        </p:nvSpPr>
        <p:spPr bwMode="auto">
          <a:xfrm>
            <a:off x="1419553" y="2499044"/>
            <a:ext cx="22503" cy="12503"/>
          </a:xfrm>
          <a:prstGeom prst="rect">
            <a:avLst/>
          </a:prstGeom>
          <a:solidFill>
            <a:srgbClr val="DBE0E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7" name="Rectangle 124"/>
          <p:cNvSpPr>
            <a:spLocks noChangeArrowheads="1"/>
          </p:cNvSpPr>
          <p:nvPr/>
        </p:nvSpPr>
        <p:spPr bwMode="auto">
          <a:xfrm>
            <a:off x="1442056" y="2499044"/>
            <a:ext cx="22503" cy="12503"/>
          </a:xfrm>
          <a:prstGeom prst="rect">
            <a:avLst/>
          </a:prstGeom>
          <a:solidFill>
            <a:srgbClr val="D9DEE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8" name="Rectangle 125"/>
          <p:cNvSpPr>
            <a:spLocks noChangeArrowheads="1"/>
          </p:cNvSpPr>
          <p:nvPr/>
        </p:nvSpPr>
        <p:spPr bwMode="auto">
          <a:xfrm>
            <a:off x="1464559" y="2499044"/>
            <a:ext cx="30004" cy="12503"/>
          </a:xfrm>
          <a:prstGeom prst="rect">
            <a:avLst/>
          </a:prstGeom>
          <a:solidFill>
            <a:srgbClr val="D7DDE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99" name="Rectangle 126"/>
          <p:cNvSpPr>
            <a:spLocks noChangeArrowheads="1"/>
          </p:cNvSpPr>
          <p:nvPr/>
        </p:nvSpPr>
        <p:spPr bwMode="auto">
          <a:xfrm>
            <a:off x="1494562" y="2499044"/>
            <a:ext cx="22503" cy="12503"/>
          </a:xfrm>
          <a:prstGeom prst="rect">
            <a:avLst/>
          </a:prstGeom>
          <a:solidFill>
            <a:srgbClr val="D5DB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0" name="Rectangle 127"/>
          <p:cNvSpPr>
            <a:spLocks noChangeArrowheads="1"/>
          </p:cNvSpPr>
          <p:nvPr/>
        </p:nvSpPr>
        <p:spPr bwMode="auto">
          <a:xfrm>
            <a:off x="1517066" y="2499044"/>
            <a:ext cx="26253" cy="12503"/>
          </a:xfrm>
          <a:prstGeom prst="rect">
            <a:avLst/>
          </a:prstGeom>
          <a:solidFill>
            <a:srgbClr val="D3DAD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1" name="Rectangle 128"/>
          <p:cNvSpPr>
            <a:spLocks noChangeArrowheads="1"/>
          </p:cNvSpPr>
          <p:nvPr/>
        </p:nvSpPr>
        <p:spPr bwMode="auto">
          <a:xfrm>
            <a:off x="1543318" y="2499044"/>
            <a:ext cx="20627" cy="12503"/>
          </a:xfrm>
          <a:prstGeom prst="rect">
            <a:avLst/>
          </a:prstGeom>
          <a:solidFill>
            <a:srgbClr val="D1D8DD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2" name="Rectangle 129"/>
          <p:cNvSpPr>
            <a:spLocks noChangeArrowheads="1"/>
          </p:cNvSpPr>
          <p:nvPr/>
        </p:nvSpPr>
        <p:spPr bwMode="auto">
          <a:xfrm>
            <a:off x="1563945" y="2499044"/>
            <a:ext cx="22503" cy="12503"/>
          </a:xfrm>
          <a:prstGeom prst="rect">
            <a:avLst/>
          </a:prstGeom>
          <a:solidFill>
            <a:srgbClr val="CFD6D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3" name="Rectangle 130"/>
          <p:cNvSpPr>
            <a:spLocks noChangeArrowheads="1"/>
          </p:cNvSpPr>
          <p:nvPr/>
        </p:nvSpPr>
        <p:spPr bwMode="auto">
          <a:xfrm>
            <a:off x="1586448" y="2499044"/>
            <a:ext cx="31880" cy="12503"/>
          </a:xfrm>
          <a:prstGeom prst="rect">
            <a:avLst/>
          </a:prstGeom>
          <a:solidFill>
            <a:srgbClr val="CDD5D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4" name="Rectangle 131"/>
          <p:cNvSpPr>
            <a:spLocks noChangeArrowheads="1"/>
          </p:cNvSpPr>
          <p:nvPr/>
        </p:nvSpPr>
        <p:spPr bwMode="auto">
          <a:xfrm>
            <a:off x="1618328" y="2499044"/>
            <a:ext cx="22503" cy="12503"/>
          </a:xfrm>
          <a:prstGeom prst="rect">
            <a:avLst/>
          </a:prstGeom>
          <a:solidFill>
            <a:srgbClr val="CBD3D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5" name="Rectangle 132"/>
          <p:cNvSpPr>
            <a:spLocks noChangeArrowheads="1"/>
          </p:cNvSpPr>
          <p:nvPr/>
        </p:nvSpPr>
        <p:spPr bwMode="auto">
          <a:xfrm>
            <a:off x="1640831" y="2499044"/>
            <a:ext cx="16877" cy="12503"/>
          </a:xfrm>
          <a:prstGeom prst="rect">
            <a:avLst/>
          </a:prstGeom>
          <a:solidFill>
            <a:srgbClr val="C9D2D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6" name="Rectangle 133"/>
          <p:cNvSpPr>
            <a:spLocks noChangeArrowheads="1"/>
          </p:cNvSpPr>
          <p:nvPr/>
        </p:nvSpPr>
        <p:spPr bwMode="auto">
          <a:xfrm>
            <a:off x="1657707" y="2499044"/>
            <a:ext cx="16878" cy="12503"/>
          </a:xfrm>
          <a:prstGeom prst="rect">
            <a:avLst/>
          </a:prstGeom>
          <a:solidFill>
            <a:srgbClr val="C8D0D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7" name="Rectangle 134"/>
          <p:cNvSpPr>
            <a:spLocks noChangeArrowheads="1"/>
          </p:cNvSpPr>
          <p:nvPr/>
        </p:nvSpPr>
        <p:spPr bwMode="auto">
          <a:xfrm>
            <a:off x="1674586" y="2499044"/>
            <a:ext cx="26253" cy="12503"/>
          </a:xfrm>
          <a:prstGeom prst="rect">
            <a:avLst/>
          </a:prstGeom>
          <a:solidFill>
            <a:srgbClr val="C6CFD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8" name="Rectangle 135"/>
          <p:cNvSpPr>
            <a:spLocks noChangeArrowheads="1"/>
          </p:cNvSpPr>
          <p:nvPr/>
        </p:nvSpPr>
        <p:spPr bwMode="auto">
          <a:xfrm>
            <a:off x="1700839" y="2499044"/>
            <a:ext cx="16877" cy="12503"/>
          </a:xfrm>
          <a:prstGeom prst="rect">
            <a:avLst/>
          </a:prstGeom>
          <a:solidFill>
            <a:srgbClr val="C4CED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09" name="Rectangle 136"/>
          <p:cNvSpPr>
            <a:spLocks noChangeArrowheads="1"/>
          </p:cNvSpPr>
          <p:nvPr/>
        </p:nvSpPr>
        <p:spPr bwMode="auto">
          <a:xfrm>
            <a:off x="1717715" y="2499044"/>
            <a:ext cx="18752" cy="12503"/>
          </a:xfrm>
          <a:prstGeom prst="rect">
            <a:avLst/>
          </a:prstGeom>
          <a:solidFill>
            <a:srgbClr val="C3CCD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0" name="Rectangle 137"/>
          <p:cNvSpPr>
            <a:spLocks noChangeArrowheads="1"/>
          </p:cNvSpPr>
          <p:nvPr/>
        </p:nvSpPr>
        <p:spPr bwMode="auto">
          <a:xfrm>
            <a:off x="1736467" y="2499044"/>
            <a:ext cx="22503" cy="12503"/>
          </a:xfrm>
          <a:prstGeom prst="rect">
            <a:avLst/>
          </a:prstGeom>
          <a:solidFill>
            <a:srgbClr val="C1CBD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1" name="Rectangle 138"/>
          <p:cNvSpPr>
            <a:spLocks noChangeArrowheads="1"/>
          </p:cNvSpPr>
          <p:nvPr/>
        </p:nvSpPr>
        <p:spPr bwMode="auto">
          <a:xfrm>
            <a:off x="1758971" y="2499044"/>
            <a:ext cx="20628" cy="12503"/>
          </a:xfrm>
          <a:prstGeom prst="rect">
            <a:avLst/>
          </a:prstGeom>
          <a:solidFill>
            <a:srgbClr val="BFC9D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2" name="Rectangle 139"/>
          <p:cNvSpPr>
            <a:spLocks noChangeArrowheads="1"/>
          </p:cNvSpPr>
          <p:nvPr/>
        </p:nvSpPr>
        <p:spPr bwMode="auto">
          <a:xfrm>
            <a:off x="1779599" y="2499044"/>
            <a:ext cx="26253" cy="12503"/>
          </a:xfrm>
          <a:prstGeom prst="rect">
            <a:avLst/>
          </a:prstGeom>
          <a:solidFill>
            <a:srgbClr val="BDC8C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3" name="Rectangle 140"/>
          <p:cNvSpPr>
            <a:spLocks noChangeArrowheads="1"/>
          </p:cNvSpPr>
          <p:nvPr/>
        </p:nvSpPr>
        <p:spPr bwMode="auto">
          <a:xfrm>
            <a:off x="1805851" y="2499044"/>
            <a:ext cx="22503" cy="12503"/>
          </a:xfrm>
          <a:prstGeom prst="rect">
            <a:avLst/>
          </a:prstGeom>
          <a:solidFill>
            <a:srgbClr val="BBC6C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4" name="Rectangle 141"/>
          <p:cNvSpPr>
            <a:spLocks noChangeArrowheads="1"/>
          </p:cNvSpPr>
          <p:nvPr/>
        </p:nvSpPr>
        <p:spPr bwMode="auto">
          <a:xfrm>
            <a:off x="1828354" y="2499044"/>
            <a:ext cx="22503" cy="12503"/>
          </a:xfrm>
          <a:prstGeom prst="rect">
            <a:avLst/>
          </a:prstGeom>
          <a:solidFill>
            <a:srgbClr val="B9C4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5" name="Rectangle 142"/>
          <p:cNvSpPr>
            <a:spLocks noChangeArrowheads="1"/>
          </p:cNvSpPr>
          <p:nvPr/>
        </p:nvSpPr>
        <p:spPr bwMode="auto">
          <a:xfrm>
            <a:off x="1850858" y="2499044"/>
            <a:ext cx="26253" cy="12503"/>
          </a:xfrm>
          <a:prstGeom prst="rect">
            <a:avLst/>
          </a:prstGeom>
          <a:solidFill>
            <a:srgbClr val="B7C3C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6" name="Rectangle 143"/>
          <p:cNvSpPr>
            <a:spLocks noChangeArrowheads="1"/>
          </p:cNvSpPr>
          <p:nvPr/>
        </p:nvSpPr>
        <p:spPr bwMode="auto">
          <a:xfrm>
            <a:off x="1877110" y="2499044"/>
            <a:ext cx="22503" cy="12503"/>
          </a:xfrm>
          <a:prstGeom prst="rect">
            <a:avLst/>
          </a:prstGeom>
          <a:solidFill>
            <a:srgbClr val="B5C2C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7" name="Rectangle 144"/>
          <p:cNvSpPr>
            <a:spLocks noChangeArrowheads="1"/>
          </p:cNvSpPr>
          <p:nvPr/>
        </p:nvSpPr>
        <p:spPr bwMode="auto">
          <a:xfrm>
            <a:off x="1899613" y="2499044"/>
            <a:ext cx="20627" cy="12503"/>
          </a:xfrm>
          <a:prstGeom prst="rect">
            <a:avLst/>
          </a:prstGeom>
          <a:solidFill>
            <a:srgbClr val="B3C0C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8" name="Rectangle 145"/>
          <p:cNvSpPr>
            <a:spLocks noChangeArrowheads="1"/>
          </p:cNvSpPr>
          <p:nvPr/>
        </p:nvSpPr>
        <p:spPr bwMode="auto">
          <a:xfrm>
            <a:off x="1920240" y="2499044"/>
            <a:ext cx="31880" cy="12503"/>
          </a:xfrm>
          <a:prstGeom prst="rect">
            <a:avLst/>
          </a:prstGeom>
          <a:solidFill>
            <a:srgbClr val="B1BEC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19" name="Rectangle 146"/>
          <p:cNvSpPr>
            <a:spLocks noChangeArrowheads="1"/>
          </p:cNvSpPr>
          <p:nvPr/>
        </p:nvSpPr>
        <p:spPr bwMode="auto">
          <a:xfrm>
            <a:off x="1952120" y="2499044"/>
            <a:ext cx="20627" cy="12503"/>
          </a:xfrm>
          <a:prstGeom prst="rect">
            <a:avLst/>
          </a:prstGeom>
          <a:solidFill>
            <a:srgbClr val="AFBCC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0" name="Rectangle 147"/>
          <p:cNvSpPr>
            <a:spLocks noChangeArrowheads="1"/>
          </p:cNvSpPr>
          <p:nvPr/>
        </p:nvSpPr>
        <p:spPr bwMode="auto">
          <a:xfrm>
            <a:off x="1972746" y="2499044"/>
            <a:ext cx="31880" cy="12503"/>
          </a:xfrm>
          <a:prstGeom prst="rect">
            <a:avLst/>
          </a:prstGeom>
          <a:solidFill>
            <a:srgbClr val="ADBBC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1" name="Rectangle 148"/>
          <p:cNvSpPr>
            <a:spLocks noChangeArrowheads="1"/>
          </p:cNvSpPr>
          <p:nvPr/>
        </p:nvSpPr>
        <p:spPr bwMode="auto">
          <a:xfrm>
            <a:off x="2004626" y="2499044"/>
            <a:ext cx="20627" cy="12503"/>
          </a:xfrm>
          <a:prstGeom prst="rect">
            <a:avLst/>
          </a:prstGeom>
          <a:solidFill>
            <a:srgbClr val="ABB9C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2" name="Rectangle 149"/>
          <p:cNvSpPr>
            <a:spLocks noChangeArrowheads="1"/>
          </p:cNvSpPr>
          <p:nvPr/>
        </p:nvSpPr>
        <p:spPr bwMode="auto">
          <a:xfrm>
            <a:off x="2025253" y="2499044"/>
            <a:ext cx="31880" cy="12503"/>
          </a:xfrm>
          <a:prstGeom prst="rect">
            <a:avLst/>
          </a:prstGeom>
          <a:solidFill>
            <a:srgbClr val="A9B8C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3" name="Rectangle 150"/>
          <p:cNvSpPr>
            <a:spLocks noChangeArrowheads="1"/>
          </p:cNvSpPr>
          <p:nvPr/>
        </p:nvSpPr>
        <p:spPr bwMode="auto">
          <a:xfrm>
            <a:off x="2057133" y="2499044"/>
            <a:ext cx="20627" cy="12503"/>
          </a:xfrm>
          <a:prstGeom prst="rect">
            <a:avLst/>
          </a:prstGeom>
          <a:solidFill>
            <a:srgbClr val="A7B6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4" name="Rectangle 151"/>
          <p:cNvSpPr>
            <a:spLocks noChangeArrowheads="1"/>
          </p:cNvSpPr>
          <p:nvPr/>
        </p:nvSpPr>
        <p:spPr bwMode="auto">
          <a:xfrm>
            <a:off x="2077759" y="2499044"/>
            <a:ext cx="31880" cy="12503"/>
          </a:xfrm>
          <a:prstGeom prst="rect">
            <a:avLst/>
          </a:prstGeom>
          <a:solidFill>
            <a:srgbClr val="A5B5B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5" name="Rectangle 152"/>
          <p:cNvSpPr>
            <a:spLocks noChangeArrowheads="1"/>
          </p:cNvSpPr>
          <p:nvPr/>
        </p:nvSpPr>
        <p:spPr bwMode="auto">
          <a:xfrm>
            <a:off x="2109640" y="2499044"/>
            <a:ext cx="33754" cy="12503"/>
          </a:xfrm>
          <a:prstGeom prst="rect">
            <a:avLst/>
          </a:prstGeom>
          <a:solidFill>
            <a:srgbClr val="A3B3B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6" name="Rectangle 153"/>
          <p:cNvSpPr>
            <a:spLocks noChangeArrowheads="1"/>
          </p:cNvSpPr>
          <p:nvPr/>
        </p:nvSpPr>
        <p:spPr bwMode="auto">
          <a:xfrm>
            <a:off x="2143394" y="2499044"/>
            <a:ext cx="31878" cy="12503"/>
          </a:xfrm>
          <a:prstGeom prst="rect">
            <a:avLst/>
          </a:prstGeom>
          <a:solidFill>
            <a:srgbClr val="A1B1B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7" name="Rectangle 154"/>
          <p:cNvSpPr>
            <a:spLocks noChangeArrowheads="1"/>
          </p:cNvSpPr>
          <p:nvPr/>
        </p:nvSpPr>
        <p:spPr bwMode="auto">
          <a:xfrm>
            <a:off x="2175272" y="2499044"/>
            <a:ext cx="22503" cy="12503"/>
          </a:xfrm>
          <a:prstGeom prst="rect">
            <a:avLst/>
          </a:prstGeom>
          <a:solidFill>
            <a:srgbClr val="9FB0B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8" name="Rectangle 155"/>
          <p:cNvSpPr>
            <a:spLocks noChangeArrowheads="1"/>
          </p:cNvSpPr>
          <p:nvPr/>
        </p:nvSpPr>
        <p:spPr bwMode="auto">
          <a:xfrm>
            <a:off x="2197775" y="2499044"/>
            <a:ext cx="33754" cy="12503"/>
          </a:xfrm>
          <a:prstGeom prst="rect">
            <a:avLst/>
          </a:prstGeom>
          <a:solidFill>
            <a:srgbClr val="9DAFB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29" name="Rectangle 156"/>
          <p:cNvSpPr>
            <a:spLocks noChangeArrowheads="1"/>
          </p:cNvSpPr>
          <p:nvPr/>
        </p:nvSpPr>
        <p:spPr bwMode="auto">
          <a:xfrm>
            <a:off x="2231530" y="2499044"/>
            <a:ext cx="48756" cy="12503"/>
          </a:xfrm>
          <a:prstGeom prst="rect">
            <a:avLst/>
          </a:prstGeom>
          <a:solidFill>
            <a:srgbClr val="9BADB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0" name="Rectangle 157"/>
          <p:cNvSpPr>
            <a:spLocks noChangeArrowheads="1"/>
          </p:cNvSpPr>
          <p:nvPr/>
        </p:nvSpPr>
        <p:spPr bwMode="auto">
          <a:xfrm>
            <a:off x="2280285" y="2499044"/>
            <a:ext cx="22503" cy="12503"/>
          </a:xfrm>
          <a:prstGeom prst="rect">
            <a:avLst/>
          </a:prstGeom>
          <a:solidFill>
            <a:srgbClr val="99ACB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1" name="Rectangle 158"/>
          <p:cNvSpPr>
            <a:spLocks noChangeArrowheads="1"/>
          </p:cNvSpPr>
          <p:nvPr/>
        </p:nvSpPr>
        <p:spPr bwMode="auto">
          <a:xfrm>
            <a:off x="2302789" y="2499044"/>
            <a:ext cx="33754" cy="12503"/>
          </a:xfrm>
          <a:prstGeom prst="rect">
            <a:avLst/>
          </a:prstGeom>
          <a:solidFill>
            <a:srgbClr val="98AAB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2" name="Rectangle 159"/>
          <p:cNvSpPr>
            <a:spLocks noChangeArrowheads="1"/>
          </p:cNvSpPr>
          <p:nvPr/>
        </p:nvSpPr>
        <p:spPr bwMode="auto">
          <a:xfrm>
            <a:off x="2336543" y="2499044"/>
            <a:ext cx="35630" cy="12503"/>
          </a:xfrm>
          <a:prstGeom prst="rect">
            <a:avLst/>
          </a:prstGeom>
          <a:solidFill>
            <a:srgbClr val="96A9B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3" name="Rectangle 160"/>
          <p:cNvSpPr>
            <a:spLocks noChangeArrowheads="1"/>
          </p:cNvSpPr>
          <p:nvPr/>
        </p:nvSpPr>
        <p:spPr bwMode="auto">
          <a:xfrm>
            <a:off x="2372172" y="2499044"/>
            <a:ext cx="52507" cy="12503"/>
          </a:xfrm>
          <a:prstGeom prst="rect">
            <a:avLst/>
          </a:prstGeom>
          <a:solidFill>
            <a:srgbClr val="94A8B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4" name="Rectangle 161"/>
          <p:cNvSpPr>
            <a:spLocks noChangeArrowheads="1"/>
          </p:cNvSpPr>
          <p:nvPr/>
        </p:nvSpPr>
        <p:spPr bwMode="auto">
          <a:xfrm>
            <a:off x="2424678" y="2499044"/>
            <a:ext cx="52507" cy="12503"/>
          </a:xfrm>
          <a:prstGeom prst="rect">
            <a:avLst/>
          </a:prstGeom>
          <a:solidFill>
            <a:srgbClr val="92A6B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5" name="Rectangle 162"/>
          <p:cNvSpPr>
            <a:spLocks noChangeArrowheads="1"/>
          </p:cNvSpPr>
          <p:nvPr/>
        </p:nvSpPr>
        <p:spPr bwMode="auto">
          <a:xfrm>
            <a:off x="2477186" y="2499044"/>
            <a:ext cx="71259" cy="12503"/>
          </a:xfrm>
          <a:prstGeom prst="rect">
            <a:avLst/>
          </a:prstGeom>
          <a:solidFill>
            <a:srgbClr val="90A5B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6" name="Rectangle 163"/>
          <p:cNvSpPr>
            <a:spLocks noChangeArrowheads="1"/>
          </p:cNvSpPr>
          <p:nvPr/>
        </p:nvSpPr>
        <p:spPr bwMode="auto">
          <a:xfrm>
            <a:off x="2548445" y="2499044"/>
            <a:ext cx="69383" cy="12503"/>
          </a:xfrm>
          <a:prstGeom prst="rect">
            <a:avLst/>
          </a:prstGeom>
          <a:solidFill>
            <a:srgbClr val="8EA3B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7" name="Rectangle 164"/>
          <p:cNvSpPr>
            <a:spLocks noChangeArrowheads="1"/>
          </p:cNvSpPr>
          <p:nvPr/>
        </p:nvSpPr>
        <p:spPr bwMode="auto">
          <a:xfrm>
            <a:off x="2617828" y="2499044"/>
            <a:ext cx="193150" cy="12503"/>
          </a:xfrm>
          <a:prstGeom prst="rect">
            <a:avLst/>
          </a:prstGeom>
          <a:solidFill>
            <a:srgbClr val="8CA2B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8" name="Rectangle 165"/>
          <p:cNvSpPr>
            <a:spLocks noChangeArrowheads="1"/>
          </p:cNvSpPr>
          <p:nvPr/>
        </p:nvSpPr>
        <p:spPr bwMode="auto">
          <a:xfrm>
            <a:off x="2810977" y="2499044"/>
            <a:ext cx="71259" cy="12503"/>
          </a:xfrm>
          <a:prstGeom prst="rect">
            <a:avLst/>
          </a:prstGeom>
          <a:solidFill>
            <a:srgbClr val="8EA3B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39" name="Rectangle 166"/>
          <p:cNvSpPr>
            <a:spLocks noChangeArrowheads="1"/>
          </p:cNvSpPr>
          <p:nvPr/>
        </p:nvSpPr>
        <p:spPr bwMode="auto">
          <a:xfrm>
            <a:off x="2882236" y="2499044"/>
            <a:ext cx="52507" cy="12503"/>
          </a:xfrm>
          <a:prstGeom prst="rect">
            <a:avLst/>
          </a:prstGeom>
          <a:solidFill>
            <a:srgbClr val="90A5B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0" name="Rectangle 167"/>
          <p:cNvSpPr>
            <a:spLocks noChangeArrowheads="1"/>
          </p:cNvSpPr>
          <p:nvPr/>
        </p:nvSpPr>
        <p:spPr bwMode="auto">
          <a:xfrm>
            <a:off x="2934742" y="2499044"/>
            <a:ext cx="52507" cy="12503"/>
          </a:xfrm>
          <a:prstGeom prst="rect">
            <a:avLst/>
          </a:prstGeom>
          <a:solidFill>
            <a:srgbClr val="92A6B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1" name="Rectangle 168"/>
          <p:cNvSpPr>
            <a:spLocks noChangeArrowheads="1"/>
          </p:cNvSpPr>
          <p:nvPr/>
        </p:nvSpPr>
        <p:spPr bwMode="auto">
          <a:xfrm>
            <a:off x="2987249" y="2499044"/>
            <a:ext cx="52507" cy="12503"/>
          </a:xfrm>
          <a:prstGeom prst="rect">
            <a:avLst/>
          </a:prstGeom>
          <a:solidFill>
            <a:srgbClr val="94A7B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2" name="Rectangle 169"/>
          <p:cNvSpPr>
            <a:spLocks noChangeArrowheads="1"/>
          </p:cNvSpPr>
          <p:nvPr/>
        </p:nvSpPr>
        <p:spPr bwMode="auto">
          <a:xfrm>
            <a:off x="3039756" y="2499044"/>
            <a:ext cx="33754" cy="12503"/>
          </a:xfrm>
          <a:prstGeom prst="rect">
            <a:avLst/>
          </a:prstGeom>
          <a:solidFill>
            <a:srgbClr val="96A9B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3" name="Rectangle 170"/>
          <p:cNvSpPr>
            <a:spLocks noChangeArrowheads="1"/>
          </p:cNvSpPr>
          <p:nvPr/>
        </p:nvSpPr>
        <p:spPr bwMode="auto">
          <a:xfrm>
            <a:off x="3073510" y="2499044"/>
            <a:ext cx="35629" cy="12503"/>
          </a:xfrm>
          <a:prstGeom prst="rect">
            <a:avLst/>
          </a:prstGeom>
          <a:solidFill>
            <a:srgbClr val="98AAB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4" name="Rectangle 171"/>
          <p:cNvSpPr>
            <a:spLocks noChangeArrowheads="1"/>
          </p:cNvSpPr>
          <p:nvPr/>
        </p:nvSpPr>
        <p:spPr bwMode="auto">
          <a:xfrm>
            <a:off x="3109139" y="2499044"/>
            <a:ext cx="35630" cy="12503"/>
          </a:xfrm>
          <a:prstGeom prst="rect">
            <a:avLst/>
          </a:prstGeom>
          <a:solidFill>
            <a:srgbClr val="99ACB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5" name="Rectangle 172"/>
          <p:cNvSpPr>
            <a:spLocks noChangeArrowheads="1"/>
          </p:cNvSpPr>
          <p:nvPr/>
        </p:nvSpPr>
        <p:spPr bwMode="auto">
          <a:xfrm>
            <a:off x="3144769" y="2499044"/>
            <a:ext cx="35629" cy="12503"/>
          </a:xfrm>
          <a:prstGeom prst="rect">
            <a:avLst/>
          </a:prstGeom>
          <a:solidFill>
            <a:srgbClr val="9BADB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6" name="Rectangle 173"/>
          <p:cNvSpPr>
            <a:spLocks noChangeArrowheads="1"/>
          </p:cNvSpPr>
          <p:nvPr/>
        </p:nvSpPr>
        <p:spPr bwMode="auto">
          <a:xfrm>
            <a:off x="3180397" y="2499044"/>
            <a:ext cx="30004" cy="12503"/>
          </a:xfrm>
          <a:prstGeom prst="rect">
            <a:avLst/>
          </a:prstGeom>
          <a:solidFill>
            <a:srgbClr val="9DAFB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7" name="Rectangle 174"/>
          <p:cNvSpPr>
            <a:spLocks noChangeArrowheads="1"/>
          </p:cNvSpPr>
          <p:nvPr/>
        </p:nvSpPr>
        <p:spPr bwMode="auto">
          <a:xfrm>
            <a:off x="3210401" y="2499044"/>
            <a:ext cx="22503" cy="12503"/>
          </a:xfrm>
          <a:prstGeom prst="rect">
            <a:avLst/>
          </a:prstGeom>
          <a:solidFill>
            <a:srgbClr val="9FB0B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8" name="Rectangle 175"/>
          <p:cNvSpPr>
            <a:spLocks noChangeArrowheads="1"/>
          </p:cNvSpPr>
          <p:nvPr/>
        </p:nvSpPr>
        <p:spPr bwMode="auto">
          <a:xfrm>
            <a:off x="3232905" y="2499044"/>
            <a:ext cx="33754" cy="12503"/>
          </a:xfrm>
          <a:prstGeom prst="rect">
            <a:avLst/>
          </a:prstGeom>
          <a:solidFill>
            <a:srgbClr val="A1B1B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49" name="Rectangle 176"/>
          <p:cNvSpPr>
            <a:spLocks noChangeArrowheads="1"/>
          </p:cNvSpPr>
          <p:nvPr/>
        </p:nvSpPr>
        <p:spPr bwMode="auto">
          <a:xfrm>
            <a:off x="3266659" y="2499044"/>
            <a:ext cx="35630" cy="12503"/>
          </a:xfrm>
          <a:prstGeom prst="rect">
            <a:avLst/>
          </a:prstGeom>
          <a:solidFill>
            <a:srgbClr val="A3B3B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0" name="Rectangle 177"/>
          <p:cNvSpPr>
            <a:spLocks noChangeArrowheads="1"/>
          </p:cNvSpPr>
          <p:nvPr/>
        </p:nvSpPr>
        <p:spPr bwMode="auto">
          <a:xfrm>
            <a:off x="3302288" y="2499044"/>
            <a:ext cx="22503" cy="12503"/>
          </a:xfrm>
          <a:prstGeom prst="rect">
            <a:avLst/>
          </a:prstGeom>
          <a:solidFill>
            <a:srgbClr val="A5B5B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1" name="Rectangle 178"/>
          <p:cNvSpPr>
            <a:spLocks noChangeArrowheads="1"/>
          </p:cNvSpPr>
          <p:nvPr/>
        </p:nvSpPr>
        <p:spPr bwMode="auto">
          <a:xfrm>
            <a:off x="3324792" y="2499044"/>
            <a:ext cx="31878" cy="12503"/>
          </a:xfrm>
          <a:prstGeom prst="rect">
            <a:avLst/>
          </a:prstGeom>
          <a:solidFill>
            <a:srgbClr val="A7B6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2" name="Rectangle 179"/>
          <p:cNvSpPr>
            <a:spLocks noChangeArrowheads="1"/>
          </p:cNvSpPr>
          <p:nvPr/>
        </p:nvSpPr>
        <p:spPr bwMode="auto">
          <a:xfrm>
            <a:off x="3356670" y="2499044"/>
            <a:ext cx="20628" cy="12503"/>
          </a:xfrm>
          <a:prstGeom prst="rect">
            <a:avLst/>
          </a:prstGeom>
          <a:solidFill>
            <a:srgbClr val="A9B8C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3" name="Rectangle 180"/>
          <p:cNvSpPr>
            <a:spLocks noChangeArrowheads="1"/>
          </p:cNvSpPr>
          <p:nvPr/>
        </p:nvSpPr>
        <p:spPr bwMode="auto">
          <a:xfrm>
            <a:off x="3377298" y="2499044"/>
            <a:ext cx="31878" cy="12503"/>
          </a:xfrm>
          <a:prstGeom prst="rect">
            <a:avLst/>
          </a:prstGeom>
          <a:solidFill>
            <a:srgbClr val="ABB9C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4" name="Rectangle 181"/>
          <p:cNvSpPr>
            <a:spLocks noChangeArrowheads="1"/>
          </p:cNvSpPr>
          <p:nvPr/>
        </p:nvSpPr>
        <p:spPr bwMode="auto">
          <a:xfrm>
            <a:off x="3409177" y="2499044"/>
            <a:ext cx="20628" cy="12503"/>
          </a:xfrm>
          <a:prstGeom prst="rect">
            <a:avLst/>
          </a:prstGeom>
          <a:solidFill>
            <a:srgbClr val="ADBBC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5" name="Rectangle 182"/>
          <p:cNvSpPr>
            <a:spLocks noChangeArrowheads="1"/>
          </p:cNvSpPr>
          <p:nvPr/>
        </p:nvSpPr>
        <p:spPr bwMode="auto">
          <a:xfrm>
            <a:off x="3429805" y="2499044"/>
            <a:ext cx="31878" cy="12503"/>
          </a:xfrm>
          <a:prstGeom prst="rect">
            <a:avLst/>
          </a:prstGeom>
          <a:solidFill>
            <a:srgbClr val="AFBCC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6" name="Rectangle 183"/>
          <p:cNvSpPr>
            <a:spLocks noChangeArrowheads="1"/>
          </p:cNvSpPr>
          <p:nvPr/>
        </p:nvSpPr>
        <p:spPr bwMode="auto">
          <a:xfrm>
            <a:off x="3461683" y="2499044"/>
            <a:ext cx="20628" cy="12503"/>
          </a:xfrm>
          <a:prstGeom prst="rect">
            <a:avLst/>
          </a:prstGeom>
          <a:solidFill>
            <a:srgbClr val="B1BEC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7" name="Rectangle 184"/>
          <p:cNvSpPr>
            <a:spLocks noChangeArrowheads="1"/>
          </p:cNvSpPr>
          <p:nvPr/>
        </p:nvSpPr>
        <p:spPr bwMode="auto">
          <a:xfrm>
            <a:off x="3482312" y="2499044"/>
            <a:ext cx="26253" cy="12503"/>
          </a:xfrm>
          <a:prstGeom prst="rect">
            <a:avLst/>
          </a:prstGeom>
          <a:solidFill>
            <a:srgbClr val="B3C0C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8" name="Rectangle 185"/>
          <p:cNvSpPr>
            <a:spLocks noChangeArrowheads="1"/>
          </p:cNvSpPr>
          <p:nvPr/>
        </p:nvSpPr>
        <p:spPr bwMode="auto">
          <a:xfrm>
            <a:off x="3508564" y="2499044"/>
            <a:ext cx="22503" cy="12503"/>
          </a:xfrm>
          <a:prstGeom prst="rect">
            <a:avLst/>
          </a:prstGeom>
          <a:solidFill>
            <a:srgbClr val="B5C1C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59" name="Rectangle 186"/>
          <p:cNvSpPr>
            <a:spLocks noChangeArrowheads="1"/>
          </p:cNvSpPr>
          <p:nvPr/>
        </p:nvSpPr>
        <p:spPr bwMode="auto">
          <a:xfrm>
            <a:off x="3531067" y="2499044"/>
            <a:ext cx="22503" cy="12503"/>
          </a:xfrm>
          <a:prstGeom prst="rect">
            <a:avLst/>
          </a:prstGeom>
          <a:solidFill>
            <a:srgbClr val="B7C3C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0" name="Rectangle 187"/>
          <p:cNvSpPr>
            <a:spLocks noChangeArrowheads="1"/>
          </p:cNvSpPr>
          <p:nvPr/>
        </p:nvSpPr>
        <p:spPr bwMode="auto">
          <a:xfrm>
            <a:off x="3553570" y="2499044"/>
            <a:ext cx="26253" cy="12503"/>
          </a:xfrm>
          <a:prstGeom prst="rect">
            <a:avLst/>
          </a:prstGeom>
          <a:solidFill>
            <a:srgbClr val="B9C4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1" name="Rectangle 188"/>
          <p:cNvSpPr>
            <a:spLocks noChangeArrowheads="1"/>
          </p:cNvSpPr>
          <p:nvPr/>
        </p:nvSpPr>
        <p:spPr bwMode="auto">
          <a:xfrm>
            <a:off x="3579823" y="2499044"/>
            <a:ext cx="22503" cy="12503"/>
          </a:xfrm>
          <a:prstGeom prst="rect">
            <a:avLst/>
          </a:prstGeom>
          <a:solidFill>
            <a:srgbClr val="BBC6CD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2" name="Rectangle 189"/>
          <p:cNvSpPr>
            <a:spLocks noChangeArrowheads="1"/>
          </p:cNvSpPr>
          <p:nvPr/>
        </p:nvSpPr>
        <p:spPr bwMode="auto">
          <a:xfrm>
            <a:off x="3602326" y="2499044"/>
            <a:ext cx="20627" cy="12503"/>
          </a:xfrm>
          <a:prstGeom prst="rect">
            <a:avLst/>
          </a:prstGeom>
          <a:solidFill>
            <a:srgbClr val="BDC8C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3" name="Rectangle 190"/>
          <p:cNvSpPr>
            <a:spLocks noChangeArrowheads="1"/>
          </p:cNvSpPr>
          <p:nvPr/>
        </p:nvSpPr>
        <p:spPr bwMode="auto">
          <a:xfrm>
            <a:off x="3622954" y="2499044"/>
            <a:ext cx="26253" cy="12503"/>
          </a:xfrm>
          <a:prstGeom prst="rect">
            <a:avLst/>
          </a:prstGeom>
          <a:solidFill>
            <a:srgbClr val="BFC9D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4" name="Rectangle 191"/>
          <p:cNvSpPr>
            <a:spLocks noChangeArrowheads="1"/>
          </p:cNvSpPr>
          <p:nvPr/>
        </p:nvSpPr>
        <p:spPr bwMode="auto">
          <a:xfrm>
            <a:off x="3649207" y="2499044"/>
            <a:ext cx="18752" cy="12503"/>
          </a:xfrm>
          <a:prstGeom prst="rect">
            <a:avLst/>
          </a:prstGeom>
          <a:solidFill>
            <a:srgbClr val="C1CAD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5" name="Rectangle 192"/>
          <p:cNvSpPr>
            <a:spLocks noChangeArrowheads="1"/>
          </p:cNvSpPr>
          <p:nvPr/>
        </p:nvSpPr>
        <p:spPr bwMode="auto">
          <a:xfrm>
            <a:off x="3667958" y="2499044"/>
            <a:ext cx="16878" cy="12503"/>
          </a:xfrm>
          <a:prstGeom prst="rect">
            <a:avLst/>
          </a:prstGeom>
          <a:solidFill>
            <a:srgbClr val="C2CCD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6" name="Rectangle 193"/>
          <p:cNvSpPr>
            <a:spLocks noChangeArrowheads="1"/>
          </p:cNvSpPr>
          <p:nvPr/>
        </p:nvSpPr>
        <p:spPr bwMode="auto">
          <a:xfrm>
            <a:off x="3684836" y="2499044"/>
            <a:ext cx="22503" cy="12503"/>
          </a:xfrm>
          <a:prstGeom prst="rect">
            <a:avLst/>
          </a:prstGeom>
          <a:solidFill>
            <a:srgbClr val="C4CDD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7" name="Rectangle 194"/>
          <p:cNvSpPr>
            <a:spLocks noChangeArrowheads="1"/>
          </p:cNvSpPr>
          <p:nvPr/>
        </p:nvSpPr>
        <p:spPr bwMode="auto">
          <a:xfrm>
            <a:off x="3707339" y="2499044"/>
            <a:ext cx="20627" cy="12503"/>
          </a:xfrm>
          <a:prstGeom prst="rect">
            <a:avLst/>
          </a:prstGeom>
          <a:solidFill>
            <a:srgbClr val="C6CFD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8" name="Rectangle 195"/>
          <p:cNvSpPr>
            <a:spLocks noChangeArrowheads="1"/>
          </p:cNvSpPr>
          <p:nvPr/>
        </p:nvSpPr>
        <p:spPr bwMode="auto">
          <a:xfrm>
            <a:off x="3727967" y="2499044"/>
            <a:ext cx="18752" cy="12503"/>
          </a:xfrm>
          <a:prstGeom prst="rect">
            <a:avLst/>
          </a:prstGeom>
          <a:solidFill>
            <a:srgbClr val="C8D0D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69" name="Rectangle 196"/>
          <p:cNvSpPr>
            <a:spLocks noChangeArrowheads="1"/>
          </p:cNvSpPr>
          <p:nvPr/>
        </p:nvSpPr>
        <p:spPr bwMode="auto">
          <a:xfrm>
            <a:off x="3746718" y="2499044"/>
            <a:ext cx="16878" cy="12503"/>
          </a:xfrm>
          <a:prstGeom prst="rect">
            <a:avLst/>
          </a:prstGeom>
          <a:solidFill>
            <a:srgbClr val="C9D2D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0" name="Rectangle 197"/>
          <p:cNvSpPr>
            <a:spLocks noChangeArrowheads="1"/>
          </p:cNvSpPr>
          <p:nvPr/>
        </p:nvSpPr>
        <p:spPr bwMode="auto">
          <a:xfrm>
            <a:off x="3763596" y="2499044"/>
            <a:ext cx="30004" cy="12503"/>
          </a:xfrm>
          <a:prstGeom prst="rect">
            <a:avLst/>
          </a:prstGeom>
          <a:solidFill>
            <a:srgbClr val="CBD3D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1" name="Rectangle 198"/>
          <p:cNvSpPr>
            <a:spLocks noChangeArrowheads="1"/>
          </p:cNvSpPr>
          <p:nvPr/>
        </p:nvSpPr>
        <p:spPr bwMode="auto">
          <a:xfrm>
            <a:off x="3793600" y="2499044"/>
            <a:ext cx="22503" cy="12503"/>
          </a:xfrm>
          <a:prstGeom prst="rect">
            <a:avLst/>
          </a:prstGeom>
          <a:solidFill>
            <a:srgbClr val="CDD5D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2" name="Rectangle 199"/>
          <p:cNvSpPr>
            <a:spLocks noChangeArrowheads="1"/>
          </p:cNvSpPr>
          <p:nvPr/>
        </p:nvSpPr>
        <p:spPr bwMode="auto">
          <a:xfrm>
            <a:off x="3816103" y="2499044"/>
            <a:ext cx="26253" cy="12503"/>
          </a:xfrm>
          <a:prstGeom prst="rect">
            <a:avLst/>
          </a:prstGeom>
          <a:solidFill>
            <a:srgbClr val="CFD6D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3" name="Rectangle 200"/>
          <p:cNvSpPr>
            <a:spLocks noChangeArrowheads="1"/>
          </p:cNvSpPr>
          <p:nvPr/>
        </p:nvSpPr>
        <p:spPr bwMode="auto">
          <a:xfrm>
            <a:off x="3842356" y="2499044"/>
            <a:ext cx="22503" cy="12503"/>
          </a:xfrm>
          <a:prstGeom prst="rect">
            <a:avLst/>
          </a:prstGeom>
          <a:solidFill>
            <a:srgbClr val="D1D8D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4" name="Rectangle 201"/>
          <p:cNvSpPr>
            <a:spLocks noChangeArrowheads="1"/>
          </p:cNvSpPr>
          <p:nvPr/>
        </p:nvSpPr>
        <p:spPr bwMode="auto">
          <a:xfrm>
            <a:off x="3864859" y="2499044"/>
            <a:ext cx="20627" cy="12503"/>
          </a:xfrm>
          <a:prstGeom prst="rect">
            <a:avLst/>
          </a:prstGeom>
          <a:solidFill>
            <a:srgbClr val="D3DAD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5" name="Rectangle 202"/>
          <p:cNvSpPr>
            <a:spLocks noChangeArrowheads="1"/>
          </p:cNvSpPr>
          <p:nvPr/>
        </p:nvSpPr>
        <p:spPr bwMode="auto">
          <a:xfrm>
            <a:off x="3885485" y="2499044"/>
            <a:ext cx="31880" cy="12503"/>
          </a:xfrm>
          <a:prstGeom prst="rect">
            <a:avLst/>
          </a:prstGeom>
          <a:solidFill>
            <a:srgbClr val="D5DB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6" name="Rectangle 203"/>
          <p:cNvSpPr>
            <a:spLocks noChangeArrowheads="1"/>
          </p:cNvSpPr>
          <p:nvPr/>
        </p:nvSpPr>
        <p:spPr bwMode="auto">
          <a:xfrm>
            <a:off x="3917365" y="2499044"/>
            <a:ext cx="22503" cy="12503"/>
          </a:xfrm>
          <a:prstGeom prst="rect">
            <a:avLst/>
          </a:prstGeom>
          <a:solidFill>
            <a:srgbClr val="D7DDE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7" name="Rectangle 204"/>
          <p:cNvSpPr>
            <a:spLocks noChangeArrowheads="1"/>
          </p:cNvSpPr>
          <p:nvPr/>
        </p:nvSpPr>
        <p:spPr bwMode="auto">
          <a:xfrm>
            <a:off x="3939869" y="2499044"/>
            <a:ext cx="26253" cy="12503"/>
          </a:xfrm>
          <a:prstGeom prst="rect">
            <a:avLst/>
          </a:prstGeom>
          <a:solidFill>
            <a:srgbClr val="D9DEE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8" name="Rectangle 205"/>
          <p:cNvSpPr>
            <a:spLocks noChangeArrowheads="1"/>
          </p:cNvSpPr>
          <p:nvPr/>
        </p:nvSpPr>
        <p:spPr bwMode="auto">
          <a:xfrm>
            <a:off x="3966122" y="2499044"/>
            <a:ext cx="16877" cy="12503"/>
          </a:xfrm>
          <a:prstGeom prst="rect">
            <a:avLst/>
          </a:prstGeom>
          <a:solidFill>
            <a:srgbClr val="DAE0E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79" name="Rectangle 206"/>
          <p:cNvSpPr>
            <a:spLocks noChangeArrowheads="1"/>
          </p:cNvSpPr>
          <p:nvPr/>
        </p:nvSpPr>
        <p:spPr bwMode="auto">
          <a:xfrm>
            <a:off x="3982998" y="2499044"/>
            <a:ext cx="22503" cy="12503"/>
          </a:xfrm>
          <a:prstGeom prst="rect">
            <a:avLst/>
          </a:prstGeom>
          <a:solidFill>
            <a:srgbClr val="DCE1E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0" name="Rectangle 207"/>
          <p:cNvSpPr>
            <a:spLocks noChangeArrowheads="1"/>
          </p:cNvSpPr>
          <p:nvPr/>
        </p:nvSpPr>
        <p:spPr bwMode="auto">
          <a:xfrm>
            <a:off x="4005501" y="2499044"/>
            <a:ext cx="33754" cy="12503"/>
          </a:xfrm>
          <a:prstGeom prst="rect">
            <a:avLst/>
          </a:prstGeom>
          <a:solidFill>
            <a:srgbClr val="DEE3E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1" name="Rectangle 208"/>
          <p:cNvSpPr>
            <a:spLocks noChangeArrowheads="1"/>
          </p:cNvSpPr>
          <p:nvPr/>
        </p:nvSpPr>
        <p:spPr bwMode="auto">
          <a:xfrm>
            <a:off x="4039255" y="2499044"/>
            <a:ext cx="31880" cy="12503"/>
          </a:xfrm>
          <a:prstGeom prst="rect">
            <a:avLst/>
          </a:prstGeom>
          <a:solidFill>
            <a:srgbClr val="E0E5E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2" name="Rectangle 209"/>
          <p:cNvSpPr>
            <a:spLocks noChangeArrowheads="1"/>
          </p:cNvSpPr>
          <p:nvPr/>
        </p:nvSpPr>
        <p:spPr bwMode="auto">
          <a:xfrm>
            <a:off x="4071134" y="2499044"/>
            <a:ext cx="20627" cy="12503"/>
          </a:xfrm>
          <a:prstGeom prst="rect">
            <a:avLst/>
          </a:prstGeom>
          <a:solidFill>
            <a:srgbClr val="E2E6E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3" name="Rectangle 210"/>
          <p:cNvSpPr>
            <a:spLocks noChangeArrowheads="1"/>
          </p:cNvSpPr>
          <p:nvPr/>
        </p:nvSpPr>
        <p:spPr bwMode="auto">
          <a:xfrm>
            <a:off x="4091762" y="2499044"/>
            <a:ext cx="35630" cy="12503"/>
          </a:xfrm>
          <a:prstGeom prst="rect">
            <a:avLst/>
          </a:prstGeom>
          <a:solidFill>
            <a:srgbClr val="E4E8E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4" name="Rectangle 211"/>
          <p:cNvSpPr>
            <a:spLocks noChangeArrowheads="1"/>
          </p:cNvSpPr>
          <p:nvPr/>
        </p:nvSpPr>
        <p:spPr bwMode="auto">
          <a:xfrm>
            <a:off x="4127391" y="2499044"/>
            <a:ext cx="35629" cy="12503"/>
          </a:xfrm>
          <a:prstGeom prst="rect">
            <a:avLst/>
          </a:prstGeom>
          <a:solidFill>
            <a:srgbClr val="E6EAE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5" name="Rectangle 212"/>
          <p:cNvSpPr>
            <a:spLocks noChangeArrowheads="1"/>
          </p:cNvSpPr>
          <p:nvPr/>
        </p:nvSpPr>
        <p:spPr bwMode="auto">
          <a:xfrm>
            <a:off x="4163021" y="2499044"/>
            <a:ext cx="35630" cy="12503"/>
          </a:xfrm>
          <a:prstGeom prst="rect">
            <a:avLst/>
          </a:prstGeom>
          <a:solidFill>
            <a:srgbClr val="E8EBE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6" name="Rectangle 213"/>
          <p:cNvSpPr>
            <a:spLocks noChangeArrowheads="1"/>
          </p:cNvSpPr>
          <p:nvPr/>
        </p:nvSpPr>
        <p:spPr bwMode="auto">
          <a:xfrm>
            <a:off x="4198650" y="2499044"/>
            <a:ext cx="35629" cy="12503"/>
          </a:xfrm>
          <a:prstGeom prst="rect">
            <a:avLst/>
          </a:prstGeom>
          <a:solidFill>
            <a:srgbClr val="EAEDE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7" name="Rectangle 214"/>
          <p:cNvSpPr>
            <a:spLocks noChangeArrowheads="1"/>
          </p:cNvSpPr>
          <p:nvPr/>
        </p:nvSpPr>
        <p:spPr bwMode="auto">
          <a:xfrm>
            <a:off x="4234280" y="2499044"/>
            <a:ext cx="33754" cy="12503"/>
          </a:xfrm>
          <a:prstGeom prst="rect">
            <a:avLst/>
          </a:prstGeom>
          <a:solidFill>
            <a:srgbClr val="ECEFF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8" name="Rectangle 215"/>
          <p:cNvSpPr>
            <a:spLocks noChangeArrowheads="1"/>
          </p:cNvSpPr>
          <p:nvPr/>
        </p:nvSpPr>
        <p:spPr bwMode="auto">
          <a:xfrm>
            <a:off x="4268034" y="2499044"/>
            <a:ext cx="35630" cy="12503"/>
          </a:xfrm>
          <a:prstGeom prst="rect">
            <a:avLst/>
          </a:prstGeom>
          <a:solidFill>
            <a:srgbClr val="EEF0F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89" name="Rectangle 216"/>
          <p:cNvSpPr>
            <a:spLocks noChangeArrowheads="1"/>
          </p:cNvSpPr>
          <p:nvPr/>
        </p:nvSpPr>
        <p:spPr bwMode="auto">
          <a:xfrm>
            <a:off x="4303663" y="2499044"/>
            <a:ext cx="35629" cy="12503"/>
          </a:xfrm>
          <a:prstGeom prst="rect">
            <a:avLst/>
          </a:prstGeom>
          <a:solidFill>
            <a:srgbClr val="EFF2F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0" name="Rectangle 217"/>
          <p:cNvSpPr>
            <a:spLocks noChangeArrowheads="1"/>
          </p:cNvSpPr>
          <p:nvPr/>
        </p:nvSpPr>
        <p:spPr bwMode="auto">
          <a:xfrm>
            <a:off x="4339293" y="2499044"/>
            <a:ext cx="33754" cy="12503"/>
          </a:xfrm>
          <a:prstGeom prst="rect">
            <a:avLst/>
          </a:prstGeom>
          <a:solidFill>
            <a:srgbClr val="F1F3F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1" name="Rectangle 218"/>
          <p:cNvSpPr>
            <a:spLocks noChangeArrowheads="1"/>
          </p:cNvSpPr>
          <p:nvPr/>
        </p:nvSpPr>
        <p:spPr bwMode="auto">
          <a:xfrm>
            <a:off x="4373047" y="2499044"/>
            <a:ext cx="35630" cy="12503"/>
          </a:xfrm>
          <a:prstGeom prst="rect">
            <a:avLst/>
          </a:prstGeom>
          <a:solidFill>
            <a:srgbClr val="F3F4F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2" name="Rectangle 219"/>
          <p:cNvSpPr>
            <a:spLocks noChangeArrowheads="1"/>
          </p:cNvSpPr>
          <p:nvPr/>
        </p:nvSpPr>
        <p:spPr bwMode="auto">
          <a:xfrm>
            <a:off x="4408677" y="2499044"/>
            <a:ext cx="35629" cy="12503"/>
          </a:xfrm>
          <a:prstGeom prst="rect">
            <a:avLst/>
          </a:prstGeom>
          <a:solidFill>
            <a:srgbClr val="F4F5F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3" name="Rectangle 220"/>
          <p:cNvSpPr>
            <a:spLocks noChangeArrowheads="1"/>
          </p:cNvSpPr>
          <p:nvPr/>
        </p:nvSpPr>
        <p:spPr bwMode="auto">
          <a:xfrm>
            <a:off x="4444305" y="2499044"/>
            <a:ext cx="52507" cy="12503"/>
          </a:xfrm>
          <a:prstGeom prst="rect">
            <a:avLst/>
          </a:prstGeom>
          <a:solidFill>
            <a:srgbClr val="F5F7F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4" name="Rectangle 221"/>
          <p:cNvSpPr>
            <a:spLocks noChangeArrowheads="1"/>
          </p:cNvSpPr>
          <p:nvPr/>
        </p:nvSpPr>
        <p:spPr bwMode="auto">
          <a:xfrm>
            <a:off x="4496812" y="2499044"/>
            <a:ext cx="69384" cy="12503"/>
          </a:xfrm>
          <a:prstGeom prst="rect">
            <a:avLst/>
          </a:prstGeom>
          <a:solidFill>
            <a:srgbClr val="F7F8F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5" name="Rectangle 222"/>
          <p:cNvSpPr>
            <a:spLocks noChangeArrowheads="1"/>
          </p:cNvSpPr>
          <p:nvPr/>
        </p:nvSpPr>
        <p:spPr bwMode="auto">
          <a:xfrm>
            <a:off x="4566197" y="2499044"/>
            <a:ext cx="71259" cy="12503"/>
          </a:xfrm>
          <a:prstGeom prst="rect">
            <a:avLst/>
          </a:prstGeom>
          <a:solidFill>
            <a:srgbClr val="F9FAF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6" name="Rectangle 223"/>
          <p:cNvSpPr>
            <a:spLocks noChangeArrowheads="1"/>
          </p:cNvSpPr>
          <p:nvPr/>
        </p:nvSpPr>
        <p:spPr bwMode="auto">
          <a:xfrm>
            <a:off x="4637456" y="2499044"/>
            <a:ext cx="86261" cy="12503"/>
          </a:xfrm>
          <a:prstGeom prst="rect">
            <a:avLst/>
          </a:prstGeom>
          <a:solidFill>
            <a:srgbClr val="FBFBF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7" name="Rectangle 224"/>
          <p:cNvSpPr>
            <a:spLocks noChangeArrowheads="1"/>
          </p:cNvSpPr>
          <p:nvPr/>
        </p:nvSpPr>
        <p:spPr bwMode="auto">
          <a:xfrm>
            <a:off x="4723716" y="2499044"/>
            <a:ext cx="88135" cy="12503"/>
          </a:xfrm>
          <a:prstGeom prst="rect">
            <a:avLst/>
          </a:prstGeom>
          <a:solidFill>
            <a:srgbClr val="FCFDFD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8" name="Rectangle 225"/>
          <p:cNvSpPr>
            <a:spLocks noChangeArrowheads="1"/>
          </p:cNvSpPr>
          <p:nvPr/>
        </p:nvSpPr>
        <p:spPr bwMode="auto">
          <a:xfrm>
            <a:off x="4811852" y="2499044"/>
            <a:ext cx="133142" cy="1250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199" name="Rectangle 226"/>
          <p:cNvSpPr>
            <a:spLocks noChangeArrowheads="1"/>
          </p:cNvSpPr>
          <p:nvPr/>
        </p:nvSpPr>
        <p:spPr bwMode="auto">
          <a:xfrm>
            <a:off x="450057" y="2849129"/>
            <a:ext cx="131266" cy="1250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0" name="Rectangle 227"/>
          <p:cNvSpPr>
            <a:spLocks noChangeArrowheads="1"/>
          </p:cNvSpPr>
          <p:nvPr/>
        </p:nvSpPr>
        <p:spPr bwMode="auto">
          <a:xfrm>
            <a:off x="581323" y="2849129"/>
            <a:ext cx="88137" cy="12503"/>
          </a:xfrm>
          <a:prstGeom prst="rect">
            <a:avLst/>
          </a:prstGeom>
          <a:solidFill>
            <a:srgbClr val="FDFEF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1" name="Rectangle 228"/>
          <p:cNvSpPr>
            <a:spLocks noChangeArrowheads="1"/>
          </p:cNvSpPr>
          <p:nvPr/>
        </p:nvSpPr>
        <p:spPr bwMode="auto">
          <a:xfrm>
            <a:off x="669459" y="2849129"/>
            <a:ext cx="88135" cy="12503"/>
          </a:xfrm>
          <a:prstGeom prst="rect">
            <a:avLst/>
          </a:prstGeom>
          <a:solidFill>
            <a:srgbClr val="FCFCFD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2" name="Rectangle 229"/>
          <p:cNvSpPr>
            <a:spLocks noChangeArrowheads="1"/>
          </p:cNvSpPr>
          <p:nvPr/>
        </p:nvSpPr>
        <p:spPr bwMode="auto">
          <a:xfrm>
            <a:off x="757595" y="2849129"/>
            <a:ext cx="71259" cy="12503"/>
          </a:xfrm>
          <a:prstGeom prst="rect">
            <a:avLst/>
          </a:prstGeom>
          <a:solidFill>
            <a:srgbClr val="FAFBF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3" name="Rectangle 230"/>
          <p:cNvSpPr>
            <a:spLocks noChangeArrowheads="1"/>
          </p:cNvSpPr>
          <p:nvPr/>
        </p:nvSpPr>
        <p:spPr bwMode="auto">
          <a:xfrm>
            <a:off x="828854" y="2849129"/>
            <a:ext cx="69384" cy="12503"/>
          </a:xfrm>
          <a:prstGeom prst="rect">
            <a:avLst/>
          </a:prstGeom>
          <a:solidFill>
            <a:srgbClr val="F8F9F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4" name="Rectangle 231"/>
          <p:cNvSpPr>
            <a:spLocks noChangeArrowheads="1"/>
          </p:cNvSpPr>
          <p:nvPr/>
        </p:nvSpPr>
        <p:spPr bwMode="auto">
          <a:xfrm>
            <a:off x="898238" y="2849129"/>
            <a:ext cx="52507" cy="12503"/>
          </a:xfrm>
          <a:prstGeom prst="rect">
            <a:avLst/>
          </a:prstGeom>
          <a:solidFill>
            <a:srgbClr val="F6F8F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5" name="Rectangle 232"/>
          <p:cNvSpPr>
            <a:spLocks noChangeArrowheads="1"/>
          </p:cNvSpPr>
          <p:nvPr/>
        </p:nvSpPr>
        <p:spPr bwMode="auto">
          <a:xfrm>
            <a:off x="950744" y="2849129"/>
            <a:ext cx="35629" cy="12503"/>
          </a:xfrm>
          <a:prstGeom prst="rect">
            <a:avLst/>
          </a:prstGeom>
          <a:solidFill>
            <a:srgbClr val="F5F6F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6" name="Rectangle 233"/>
          <p:cNvSpPr>
            <a:spLocks noChangeArrowheads="1"/>
          </p:cNvSpPr>
          <p:nvPr/>
        </p:nvSpPr>
        <p:spPr bwMode="auto">
          <a:xfrm>
            <a:off x="986373" y="2849129"/>
            <a:ext cx="52507" cy="12503"/>
          </a:xfrm>
          <a:prstGeom prst="rect">
            <a:avLst/>
          </a:prstGeom>
          <a:solidFill>
            <a:srgbClr val="F3F5F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7" name="Rectangle 234"/>
          <p:cNvSpPr>
            <a:spLocks noChangeArrowheads="1"/>
          </p:cNvSpPr>
          <p:nvPr/>
        </p:nvSpPr>
        <p:spPr bwMode="auto">
          <a:xfrm>
            <a:off x="1038880" y="2849129"/>
            <a:ext cx="35630" cy="12503"/>
          </a:xfrm>
          <a:prstGeom prst="rect">
            <a:avLst/>
          </a:prstGeom>
          <a:solidFill>
            <a:srgbClr val="F1F3F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8" name="Rectangle 235"/>
          <p:cNvSpPr>
            <a:spLocks noChangeArrowheads="1"/>
          </p:cNvSpPr>
          <p:nvPr/>
        </p:nvSpPr>
        <p:spPr bwMode="auto">
          <a:xfrm>
            <a:off x="1074511" y="2849129"/>
            <a:ext cx="33754" cy="12503"/>
          </a:xfrm>
          <a:prstGeom prst="rect">
            <a:avLst/>
          </a:prstGeom>
          <a:solidFill>
            <a:srgbClr val="EFF2F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09" name="Rectangle 236"/>
          <p:cNvSpPr>
            <a:spLocks noChangeArrowheads="1"/>
          </p:cNvSpPr>
          <p:nvPr/>
        </p:nvSpPr>
        <p:spPr bwMode="auto">
          <a:xfrm>
            <a:off x="1108264" y="2849129"/>
            <a:ext cx="35629" cy="12503"/>
          </a:xfrm>
          <a:prstGeom prst="rect">
            <a:avLst/>
          </a:prstGeom>
          <a:solidFill>
            <a:srgbClr val="EEF0F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10" name="Rectangle 237"/>
          <p:cNvSpPr>
            <a:spLocks noChangeArrowheads="1"/>
          </p:cNvSpPr>
          <p:nvPr/>
        </p:nvSpPr>
        <p:spPr bwMode="auto">
          <a:xfrm>
            <a:off x="1143894" y="2849129"/>
            <a:ext cx="35630" cy="12503"/>
          </a:xfrm>
          <a:prstGeom prst="rect">
            <a:avLst/>
          </a:prstGeom>
          <a:solidFill>
            <a:srgbClr val="ECEFF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11" name="Rectangle 238"/>
          <p:cNvSpPr>
            <a:spLocks noChangeArrowheads="1"/>
          </p:cNvSpPr>
          <p:nvPr/>
        </p:nvSpPr>
        <p:spPr bwMode="auto">
          <a:xfrm>
            <a:off x="1179524" y="2849129"/>
            <a:ext cx="33754" cy="12503"/>
          </a:xfrm>
          <a:prstGeom prst="rect">
            <a:avLst/>
          </a:prstGeom>
          <a:solidFill>
            <a:srgbClr val="EAEDE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12" name="Rectangle 239"/>
          <p:cNvSpPr>
            <a:spLocks noChangeArrowheads="1"/>
          </p:cNvSpPr>
          <p:nvPr/>
        </p:nvSpPr>
        <p:spPr bwMode="auto">
          <a:xfrm>
            <a:off x="1213277" y="2849129"/>
            <a:ext cx="35629" cy="12503"/>
          </a:xfrm>
          <a:prstGeom prst="rect">
            <a:avLst/>
          </a:prstGeom>
          <a:solidFill>
            <a:srgbClr val="E8EBE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13" name="Rectangle 240"/>
          <p:cNvSpPr>
            <a:spLocks noChangeArrowheads="1"/>
          </p:cNvSpPr>
          <p:nvPr/>
        </p:nvSpPr>
        <p:spPr bwMode="auto">
          <a:xfrm>
            <a:off x="1248907" y="2849129"/>
            <a:ext cx="35630" cy="12503"/>
          </a:xfrm>
          <a:prstGeom prst="rect">
            <a:avLst/>
          </a:prstGeom>
          <a:solidFill>
            <a:srgbClr val="E6EAE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14" name="Rectangle 241"/>
          <p:cNvSpPr>
            <a:spLocks noChangeArrowheads="1"/>
          </p:cNvSpPr>
          <p:nvPr/>
        </p:nvSpPr>
        <p:spPr bwMode="auto">
          <a:xfrm>
            <a:off x="1284536" y="2849129"/>
            <a:ext cx="30004" cy="12503"/>
          </a:xfrm>
          <a:prstGeom prst="rect">
            <a:avLst/>
          </a:prstGeom>
          <a:solidFill>
            <a:srgbClr val="E4E8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15" name="Rectangle 242"/>
          <p:cNvSpPr>
            <a:spLocks noChangeArrowheads="1"/>
          </p:cNvSpPr>
          <p:nvPr/>
        </p:nvSpPr>
        <p:spPr bwMode="auto">
          <a:xfrm>
            <a:off x="1314540" y="2849129"/>
            <a:ext cx="22503" cy="12503"/>
          </a:xfrm>
          <a:prstGeom prst="rect">
            <a:avLst/>
          </a:prstGeom>
          <a:solidFill>
            <a:srgbClr val="E2E7E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16" name="Rectangle 243"/>
          <p:cNvSpPr>
            <a:spLocks noChangeArrowheads="1"/>
          </p:cNvSpPr>
          <p:nvPr/>
        </p:nvSpPr>
        <p:spPr bwMode="auto">
          <a:xfrm>
            <a:off x="1337043" y="2849129"/>
            <a:ext cx="35629" cy="12503"/>
          </a:xfrm>
          <a:prstGeom prst="rect">
            <a:avLst/>
          </a:prstGeom>
          <a:solidFill>
            <a:srgbClr val="E0E5E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217" name="Rectangle 244"/>
          <p:cNvSpPr>
            <a:spLocks noChangeArrowheads="1"/>
          </p:cNvSpPr>
          <p:nvPr/>
        </p:nvSpPr>
        <p:spPr bwMode="auto">
          <a:xfrm>
            <a:off x="1372671" y="2849129"/>
            <a:ext cx="30004" cy="12503"/>
          </a:xfrm>
          <a:prstGeom prst="rect">
            <a:avLst/>
          </a:prstGeom>
          <a:solidFill>
            <a:srgbClr val="DEE3E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grpSp>
        <p:nvGrpSpPr>
          <p:cNvPr id="218" name="Group 743"/>
          <p:cNvGrpSpPr>
            <a:grpSpLocks/>
          </p:cNvGrpSpPr>
          <p:nvPr/>
        </p:nvGrpSpPr>
        <p:grpSpPr bwMode="auto">
          <a:xfrm>
            <a:off x="448182" y="2849130"/>
            <a:ext cx="4496812" cy="609523"/>
            <a:chOff x="3214" y="1738"/>
            <a:chExt cx="2398" cy="390"/>
          </a:xfrm>
        </p:grpSpPr>
        <p:sp>
          <p:nvSpPr>
            <p:cNvPr id="219" name="Rectangle 246"/>
            <p:cNvSpPr>
              <a:spLocks noChangeArrowheads="1"/>
            </p:cNvSpPr>
            <p:nvPr/>
          </p:nvSpPr>
          <p:spPr bwMode="auto">
            <a:xfrm>
              <a:off x="3723" y="1738"/>
              <a:ext cx="9" cy="8"/>
            </a:xfrm>
            <a:prstGeom prst="rect">
              <a:avLst/>
            </a:prstGeom>
            <a:solidFill>
              <a:srgbClr val="DCE2E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0" name="Rectangle 247"/>
            <p:cNvSpPr>
              <a:spLocks noChangeArrowheads="1"/>
            </p:cNvSpPr>
            <p:nvPr/>
          </p:nvSpPr>
          <p:spPr bwMode="auto">
            <a:xfrm>
              <a:off x="3732" y="1738"/>
              <a:ext cx="12" cy="8"/>
            </a:xfrm>
            <a:prstGeom prst="rect">
              <a:avLst/>
            </a:prstGeom>
            <a:solidFill>
              <a:srgbClr val="DBE0E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1" name="Rectangle 248"/>
            <p:cNvSpPr>
              <a:spLocks noChangeArrowheads="1"/>
            </p:cNvSpPr>
            <p:nvPr/>
          </p:nvSpPr>
          <p:spPr bwMode="auto">
            <a:xfrm>
              <a:off x="3744" y="1738"/>
              <a:ext cx="12" cy="8"/>
            </a:xfrm>
            <a:prstGeom prst="rect">
              <a:avLst/>
            </a:prstGeom>
            <a:solidFill>
              <a:srgbClr val="D9DEE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2" name="Rectangle 249"/>
            <p:cNvSpPr>
              <a:spLocks noChangeArrowheads="1"/>
            </p:cNvSpPr>
            <p:nvPr/>
          </p:nvSpPr>
          <p:spPr bwMode="auto">
            <a:xfrm>
              <a:off x="3756" y="1738"/>
              <a:ext cx="16" cy="8"/>
            </a:xfrm>
            <a:prstGeom prst="rect">
              <a:avLst/>
            </a:prstGeom>
            <a:solidFill>
              <a:srgbClr val="D7DDE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3" name="Rectangle 250"/>
            <p:cNvSpPr>
              <a:spLocks noChangeArrowheads="1"/>
            </p:cNvSpPr>
            <p:nvPr/>
          </p:nvSpPr>
          <p:spPr bwMode="auto">
            <a:xfrm>
              <a:off x="3772" y="1738"/>
              <a:ext cx="12" cy="8"/>
            </a:xfrm>
            <a:prstGeom prst="rect">
              <a:avLst/>
            </a:prstGeom>
            <a:solidFill>
              <a:srgbClr val="D5DBD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4" name="Rectangle 251"/>
            <p:cNvSpPr>
              <a:spLocks noChangeArrowheads="1"/>
            </p:cNvSpPr>
            <p:nvPr/>
          </p:nvSpPr>
          <p:spPr bwMode="auto">
            <a:xfrm>
              <a:off x="3784" y="1738"/>
              <a:ext cx="14" cy="8"/>
            </a:xfrm>
            <a:prstGeom prst="rect">
              <a:avLst/>
            </a:prstGeom>
            <a:solidFill>
              <a:srgbClr val="D3DAD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5" name="Rectangle 252"/>
            <p:cNvSpPr>
              <a:spLocks noChangeArrowheads="1"/>
            </p:cNvSpPr>
            <p:nvPr/>
          </p:nvSpPr>
          <p:spPr bwMode="auto">
            <a:xfrm>
              <a:off x="3798" y="1738"/>
              <a:ext cx="11" cy="8"/>
            </a:xfrm>
            <a:prstGeom prst="rect">
              <a:avLst/>
            </a:prstGeom>
            <a:solidFill>
              <a:srgbClr val="D1D8D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6" name="Rectangle 253"/>
            <p:cNvSpPr>
              <a:spLocks noChangeArrowheads="1"/>
            </p:cNvSpPr>
            <p:nvPr/>
          </p:nvSpPr>
          <p:spPr bwMode="auto">
            <a:xfrm>
              <a:off x="3809" y="1738"/>
              <a:ext cx="12" cy="8"/>
            </a:xfrm>
            <a:prstGeom prst="rect">
              <a:avLst/>
            </a:prstGeom>
            <a:solidFill>
              <a:srgbClr val="CFD6D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7" name="Rectangle 254"/>
            <p:cNvSpPr>
              <a:spLocks noChangeArrowheads="1"/>
            </p:cNvSpPr>
            <p:nvPr/>
          </p:nvSpPr>
          <p:spPr bwMode="auto">
            <a:xfrm>
              <a:off x="3821" y="1738"/>
              <a:ext cx="17" cy="8"/>
            </a:xfrm>
            <a:prstGeom prst="rect">
              <a:avLst/>
            </a:prstGeom>
            <a:solidFill>
              <a:srgbClr val="CDD5D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8" name="Rectangle 255"/>
            <p:cNvSpPr>
              <a:spLocks noChangeArrowheads="1"/>
            </p:cNvSpPr>
            <p:nvPr/>
          </p:nvSpPr>
          <p:spPr bwMode="auto">
            <a:xfrm>
              <a:off x="3838" y="1738"/>
              <a:ext cx="12" cy="8"/>
            </a:xfrm>
            <a:prstGeom prst="rect">
              <a:avLst/>
            </a:prstGeom>
            <a:solidFill>
              <a:srgbClr val="CBD3D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29" name="Rectangle 256"/>
            <p:cNvSpPr>
              <a:spLocks noChangeArrowheads="1"/>
            </p:cNvSpPr>
            <p:nvPr/>
          </p:nvSpPr>
          <p:spPr bwMode="auto">
            <a:xfrm>
              <a:off x="3850" y="1738"/>
              <a:ext cx="9" cy="8"/>
            </a:xfrm>
            <a:prstGeom prst="rect">
              <a:avLst/>
            </a:prstGeom>
            <a:solidFill>
              <a:srgbClr val="C9D2D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0" name="Rectangle 257"/>
            <p:cNvSpPr>
              <a:spLocks noChangeArrowheads="1"/>
            </p:cNvSpPr>
            <p:nvPr/>
          </p:nvSpPr>
          <p:spPr bwMode="auto">
            <a:xfrm>
              <a:off x="3859" y="1738"/>
              <a:ext cx="9" cy="8"/>
            </a:xfrm>
            <a:prstGeom prst="rect">
              <a:avLst/>
            </a:prstGeom>
            <a:solidFill>
              <a:srgbClr val="C8D0D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1" name="Rectangle 258"/>
            <p:cNvSpPr>
              <a:spLocks noChangeArrowheads="1"/>
            </p:cNvSpPr>
            <p:nvPr/>
          </p:nvSpPr>
          <p:spPr bwMode="auto">
            <a:xfrm>
              <a:off x="3868" y="1738"/>
              <a:ext cx="14" cy="8"/>
            </a:xfrm>
            <a:prstGeom prst="rect">
              <a:avLst/>
            </a:prstGeom>
            <a:solidFill>
              <a:srgbClr val="C6CFD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2" name="Rectangle 259"/>
            <p:cNvSpPr>
              <a:spLocks noChangeArrowheads="1"/>
            </p:cNvSpPr>
            <p:nvPr/>
          </p:nvSpPr>
          <p:spPr bwMode="auto">
            <a:xfrm>
              <a:off x="3882" y="1738"/>
              <a:ext cx="9" cy="8"/>
            </a:xfrm>
            <a:prstGeom prst="rect">
              <a:avLst/>
            </a:prstGeom>
            <a:solidFill>
              <a:srgbClr val="C4CED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3" name="Rectangle 260"/>
            <p:cNvSpPr>
              <a:spLocks noChangeArrowheads="1"/>
            </p:cNvSpPr>
            <p:nvPr/>
          </p:nvSpPr>
          <p:spPr bwMode="auto">
            <a:xfrm>
              <a:off x="3891" y="1738"/>
              <a:ext cx="10" cy="8"/>
            </a:xfrm>
            <a:prstGeom prst="rect">
              <a:avLst/>
            </a:prstGeom>
            <a:solidFill>
              <a:srgbClr val="C3CCD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4" name="Rectangle 261"/>
            <p:cNvSpPr>
              <a:spLocks noChangeArrowheads="1"/>
            </p:cNvSpPr>
            <p:nvPr/>
          </p:nvSpPr>
          <p:spPr bwMode="auto">
            <a:xfrm>
              <a:off x="3901" y="1738"/>
              <a:ext cx="12" cy="8"/>
            </a:xfrm>
            <a:prstGeom prst="rect">
              <a:avLst/>
            </a:prstGeom>
            <a:solidFill>
              <a:srgbClr val="C1CBD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5" name="Rectangle 262"/>
            <p:cNvSpPr>
              <a:spLocks noChangeArrowheads="1"/>
            </p:cNvSpPr>
            <p:nvPr/>
          </p:nvSpPr>
          <p:spPr bwMode="auto">
            <a:xfrm>
              <a:off x="3913" y="1738"/>
              <a:ext cx="11" cy="8"/>
            </a:xfrm>
            <a:prstGeom prst="rect">
              <a:avLst/>
            </a:prstGeom>
            <a:solidFill>
              <a:srgbClr val="BFC9D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6" name="Rectangle 263"/>
            <p:cNvSpPr>
              <a:spLocks noChangeArrowheads="1"/>
            </p:cNvSpPr>
            <p:nvPr/>
          </p:nvSpPr>
          <p:spPr bwMode="auto">
            <a:xfrm>
              <a:off x="3924" y="1738"/>
              <a:ext cx="14" cy="8"/>
            </a:xfrm>
            <a:prstGeom prst="rect">
              <a:avLst/>
            </a:prstGeom>
            <a:solidFill>
              <a:srgbClr val="BDC8C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7" name="Rectangle 264"/>
            <p:cNvSpPr>
              <a:spLocks noChangeArrowheads="1"/>
            </p:cNvSpPr>
            <p:nvPr/>
          </p:nvSpPr>
          <p:spPr bwMode="auto">
            <a:xfrm>
              <a:off x="3938" y="1738"/>
              <a:ext cx="12" cy="8"/>
            </a:xfrm>
            <a:prstGeom prst="rect">
              <a:avLst/>
            </a:prstGeom>
            <a:solidFill>
              <a:srgbClr val="BBC6C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8" name="Rectangle 265"/>
            <p:cNvSpPr>
              <a:spLocks noChangeArrowheads="1"/>
            </p:cNvSpPr>
            <p:nvPr/>
          </p:nvSpPr>
          <p:spPr bwMode="auto">
            <a:xfrm>
              <a:off x="3950" y="1738"/>
              <a:ext cx="12" cy="8"/>
            </a:xfrm>
            <a:prstGeom prst="rect">
              <a:avLst/>
            </a:prstGeom>
            <a:solidFill>
              <a:srgbClr val="B9C4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39" name="Rectangle 266"/>
            <p:cNvSpPr>
              <a:spLocks noChangeArrowheads="1"/>
            </p:cNvSpPr>
            <p:nvPr/>
          </p:nvSpPr>
          <p:spPr bwMode="auto">
            <a:xfrm>
              <a:off x="3962" y="1738"/>
              <a:ext cx="14" cy="8"/>
            </a:xfrm>
            <a:prstGeom prst="rect">
              <a:avLst/>
            </a:prstGeom>
            <a:solidFill>
              <a:srgbClr val="B7C3C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0" name="Rectangle 267"/>
            <p:cNvSpPr>
              <a:spLocks noChangeArrowheads="1"/>
            </p:cNvSpPr>
            <p:nvPr/>
          </p:nvSpPr>
          <p:spPr bwMode="auto">
            <a:xfrm>
              <a:off x="3976" y="1738"/>
              <a:ext cx="12" cy="8"/>
            </a:xfrm>
            <a:prstGeom prst="rect">
              <a:avLst/>
            </a:prstGeom>
            <a:solidFill>
              <a:srgbClr val="B5C2C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1" name="Rectangle 268"/>
            <p:cNvSpPr>
              <a:spLocks noChangeArrowheads="1"/>
            </p:cNvSpPr>
            <p:nvPr/>
          </p:nvSpPr>
          <p:spPr bwMode="auto">
            <a:xfrm>
              <a:off x="3988" y="1738"/>
              <a:ext cx="11" cy="8"/>
            </a:xfrm>
            <a:prstGeom prst="rect">
              <a:avLst/>
            </a:prstGeom>
            <a:solidFill>
              <a:srgbClr val="B3C0C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2" name="Rectangle 269"/>
            <p:cNvSpPr>
              <a:spLocks noChangeArrowheads="1"/>
            </p:cNvSpPr>
            <p:nvPr/>
          </p:nvSpPr>
          <p:spPr bwMode="auto">
            <a:xfrm>
              <a:off x="3999" y="1738"/>
              <a:ext cx="17" cy="8"/>
            </a:xfrm>
            <a:prstGeom prst="rect">
              <a:avLst/>
            </a:prstGeom>
            <a:solidFill>
              <a:srgbClr val="B1BEC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3" name="Rectangle 270"/>
            <p:cNvSpPr>
              <a:spLocks noChangeArrowheads="1"/>
            </p:cNvSpPr>
            <p:nvPr/>
          </p:nvSpPr>
          <p:spPr bwMode="auto">
            <a:xfrm>
              <a:off x="4016" y="1738"/>
              <a:ext cx="11" cy="8"/>
            </a:xfrm>
            <a:prstGeom prst="rect">
              <a:avLst/>
            </a:prstGeom>
            <a:solidFill>
              <a:srgbClr val="AFBCC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4" name="Rectangle 271"/>
            <p:cNvSpPr>
              <a:spLocks noChangeArrowheads="1"/>
            </p:cNvSpPr>
            <p:nvPr/>
          </p:nvSpPr>
          <p:spPr bwMode="auto">
            <a:xfrm>
              <a:off x="4027" y="1738"/>
              <a:ext cx="17" cy="8"/>
            </a:xfrm>
            <a:prstGeom prst="rect">
              <a:avLst/>
            </a:prstGeom>
            <a:solidFill>
              <a:srgbClr val="ADBB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5" name="Rectangle 272"/>
            <p:cNvSpPr>
              <a:spLocks noChangeArrowheads="1"/>
            </p:cNvSpPr>
            <p:nvPr/>
          </p:nvSpPr>
          <p:spPr bwMode="auto">
            <a:xfrm>
              <a:off x="4044" y="1738"/>
              <a:ext cx="11" cy="8"/>
            </a:xfrm>
            <a:prstGeom prst="rect">
              <a:avLst/>
            </a:prstGeom>
            <a:solidFill>
              <a:srgbClr val="ABB9C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6" name="Rectangle 273"/>
            <p:cNvSpPr>
              <a:spLocks noChangeArrowheads="1"/>
            </p:cNvSpPr>
            <p:nvPr/>
          </p:nvSpPr>
          <p:spPr bwMode="auto">
            <a:xfrm>
              <a:off x="4055" y="1738"/>
              <a:ext cx="17" cy="8"/>
            </a:xfrm>
            <a:prstGeom prst="rect">
              <a:avLst/>
            </a:prstGeom>
            <a:solidFill>
              <a:srgbClr val="A9B8C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7" name="Rectangle 274"/>
            <p:cNvSpPr>
              <a:spLocks noChangeArrowheads="1"/>
            </p:cNvSpPr>
            <p:nvPr/>
          </p:nvSpPr>
          <p:spPr bwMode="auto">
            <a:xfrm>
              <a:off x="4072" y="1738"/>
              <a:ext cx="11" cy="8"/>
            </a:xfrm>
            <a:prstGeom prst="rect">
              <a:avLst/>
            </a:prstGeom>
            <a:solidFill>
              <a:srgbClr val="A7B6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8" name="Rectangle 275"/>
            <p:cNvSpPr>
              <a:spLocks noChangeArrowheads="1"/>
            </p:cNvSpPr>
            <p:nvPr/>
          </p:nvSpPr>
          <p:spPr bwMode="auto">
            <a:xfrm>
              <a:off x="4083" y="1738"/>
              <a:ext cx="17" cy="8"/>
            </a:xfrm>
            <a:prstGeom prst="rect">
              <a:avLst/>
            </a:prstGeom>
            <a:solidFill>
              <a:srgbClr val="A5B5B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49" name="Rectangle 276"/>
            <p:cNvSpPr>
              <a:spLocks noChangeArrowheads="1"/>
            </p:cNvSpPr>
            <p:nvPr/>
          </p:nvSpPr>
          <p:spPr bwMode="auto">
            <a:xfrm>
              <a:off x="4100" y="1738"/>
              <a:ext cx="18" cy="8"/>
            </a:xfrm>
            <a:prstGeom prst="rect">
              <a:avLst/>
            </a:prstGeom>
            <a:solidFill>
              <a:srgbClr val="A3B3B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0" name="Rectangle 277"/>
            <p:cNvSpPr>
              <a:spLocks noChangeArrowheads="1"/>
            </p:cNvSpPr>
            <p:nvPr/>
          </p:nvSpPr>
          <p:spPr bwMode="auto">
            <a:xfrm>
              <a:off x="4118" y="1738"/>
              <a:ext cx="17" cy="8"/>
            </a:xfrm>
            <a:prstGeom prst="rect">
              <a:avLst/>
            </a:prstGeom>
            <a:solidFill>
              <a:srgbClr val="A1B1B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1" name="Rectangle 278"/>
            <p:cNvSpPr>
              <a:spLocks noChangeArrowheads="1"/>
            </p:cNvSpPr>
            <p:nvPr/>
          </p:nvSpPr>
          <p:spPr bwMode="auto">
            <a:xfrm>
              <a:off x="4135" y="1738"/>
              <a:ext cx="12" cy="8"/>
            </a:xfrm>
            <a:prstGeom prst="rect">
              <a:avLst/>
            </a:prstGeom>
            <a:solidFill>
              <a:srgbClr val="9FB0B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2" name="Rectangle 279"/>
            <p:cNvSpPr>
              <a:spLocks noChangeArrowheads="1"/>
            </p:cNvSpPr>
            <p:nvPr/>
          </p:nvSpPr>
          <p:spPr bwMode="auto">
            <a:xfrm>
              <a:off x="4147" y="1738"/>
              <a:ext cx="18" cy="8"/>
            </a:xfrm>
            <a:prstGeom prst="rect">
              <a:avLst/>
            </a:prstGeom>
            <a:solidFill>
              <a:srgbClr val="9DAFB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3" name="Rectangle 280"/>
            <p:cNvSpPr>
              <a:spLocks noChangeArrowheads="1"/>
            </p:cNvSpPr>
            <p:nvPr/>
          </p:nvSpPr>
          <p:spPr bwMode="auto">
            <a:xfrm>
              <a:off x="4165" y="1738"/>
              <a:ext cx="26" cy="8"/>
            </a:xfrm>
            <a:prstGeom prst="rect">
              <a:avLst/>
            </a:prstGeom>
            <a:solidFill>
              <a:srgbClr val="9BADB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4" name="Rectangle 281"/>
            <p:cNvSpPr>
              <a:spLocks noChangeArrowheads="1"/>
            </p:cNvSpPr>
            <p:nvPr/>
          </p:nvSpPr>
          <p:spPr bwMode="auto">
            <a:xfrm>
              <a:off x="4191" y="1738"/>
              <a:ext cx="12" cy="8"/>
            </a:xfrm>
            <a:prstGeom prst="rect">
              <a:avLst/>
            </a:prstGeom>
            <a:solidFill>
              <a:srgbClr val="99ACB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5" name="Rectangle 282"/>
            <p:cNvSpPr>
              <a:spLocks noChangeArrowheads="1"/>
            </p:cNvSpPr>
            <p:nvPr/>
          </p:nvSpPr>
          <p:spPr bwMode="auto">
            <a:xfrm>
              <a:off x="4203" y="1738"/>
              <a:ext cx="18" cy="8"/>
            </a:xfrm>
            <a:prstGeom prst="rect">
              <a:avLst/>
            </a:prstGeom>
            <a:solidFill>
              <a:srgbClr val="98AAB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6" name="Rectangle 283"/>
            <p:cNvSpPr>
              <a:spLocks noChangeArrowheads="1"/>
            </p:cNvSpPr>
            <p:nvPr/>
          </p:nvSpPr>
          <p:spPr bwMode="auto">
            <a:xfrm>
              <a:off x="4221" y="1738"/>
              <a:ext cx="19" cy="8"/>
            </a:xfrm>
            <a:prstGeom prst="rect">
              <a:avLst/>
            </a:prstGeom>
            <a:solidFill>
              <a:srgbClr val="96A9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7" name="Rectangle 284"/>
            <p:cNvSpPr>
              <a:spLocks noChangeArrowheads="1"/>
            </p:cNvSpPr>
            <p:nvPr/>
          </p:nvSpPr>
          <p:spPr bwMode="auto">
            <a:xfrm>
              <a:off x="4240" y="1738"/>
              <a:ext cx="28" cy="8"/>
            </a:xfrm>
            <a:prstGeom prst="rect">
              <a:avLst/>
            </a:prstGeom>
            <a:solidFill>
              <a:srgbClr val="94A8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8" name="Rectangle 285"/>
            <p:cNvSpPr>
              <a:spLocks noChangeArrowheads="1"/>
            </p:cNvSpPr>
            <p:nvPr/>
          </p:nvSpPr>
          <p:spPr bwMode="auto">
            <a:xfrm>
              <a:off x="4268" y="1738"/>
              <a:ext cx="28" cy="8"/>
            </a:xfrm>
            <a:prstGeom prst="rect">
              <a:avLst/>
            </a:prstGeom>
            <a:solidFill>
              <a:srgbClr val="92A6B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59" name="Rectangle 286"/>
            <p:cNvSpPr>
              <a:spLocks noChangeArrowheads="1"/>
            </p:cNvSpPr>
            <p:nvPr/>
          </p:nvSpPr>
          <p:spPr bwMode="auto">
            <a:xfrm>
              <a:off x="4296" y="1738"/>
              <a:ext cx="38" cy="8"/>
            </a:xfrm>
            <a:prstGeom prst="rect">
              <a:avLst/>
            </a:prstGeom>
            <a:solidFill>
              <a:srgbClr val="90A5B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0" name="Rectangle 287"/>
            <p:cNvSpPr>
              <a:spLocks noChangeArrowheads="1"/>
            </p:cNvSpPr>
            <p:nvPr/>
          </p:nvSpPr>
          <p:spPr bwMode="auto">
            <a:xfrm>
              <a:off x="4334" y="1738"/>
              <a:ext cx="37" cy="8"/>
            </a:xfrm>
            <a:prstGeom prst="rect">
              <a:avLst/>
            </a:prstGeom>
            <a:solidFill>
              <a:srgbClr val="8EA3B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1" name="Rectangle 288"/>
            <p:cNvSpPr>
              <a:spLocks noChangeArrowheads="1"/>
            </p:cNvSpPr>
            <p:nvPr/>
          </p:nvSpPr>
          <p:spPr bwMode="auto">
            <a:xfrm>
              <a:off x="4371" y="1738"/>
              <a:ext cx="103" cy="8"/>
            </a:xfrm>
            <a:prstGeom prst="rect">
              <a:avLst/>
            </a:prstGeom>
            <a:solidFill>
              <a:srgbClr val="8CA2B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2" name="Rectangle 289"/>
            <p:cNvSpPr>
              <a:spLocks noChangeArrowheads="1"/>
            </p:cNvSpPr>
            <p:nvPr/>
          </p:nvSpPr>
          <p:spPr bwMode="auto">
            <a:xfrm>
              <a:off x="4474" y="1738"/>
              <a:ext cx="38" cy="8"/>
            </a:xfrm>
            <a:prstGeom prst="rect">
              <a:avLst/>
            </a:prstGeom>
            <a:solidFill>
              <a:srgbClr val="8EA3B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3" name="Rectangle 290"/>
            <p:cNvSpPr>
              <a:spLocks noChangeArrowheads="1"/>
            </p:cNvSpPr>
            <p:nvPr/>
          </p:nvSpPr>
          <p:spPr bwMode="auto">
            <a:xfrm>
              <a:off x="4512" y="1738"/>
              <a:ext cx="28" cy="8"/>
            </a:xfrm>
            <a:prstGeom prst="rect">
              <a:avLst/>
            </a:prstGeom>
            <a:solidFill>
              <a:srgbClr val="90A5B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4" name="Rectangle 291"/>
            <p:cNvSpPr>
              <a:spLocks noChangeArrowheads="1"/>
            </p:cNvSpPr>
            <p:nvPr/>
          </p:nvSpPr>
          <p:spPr bwMode="auto">
            <a:xfrm>
              <a:off x="4540" y="1738"/>
              <a:ext cx="28" cy="8"/>
            </a:xfrm>
            <a:prstGeom prst="rect">
              <a:avLst/>
            </a:prstGeom>
            <a:solidFill>
              <a:srgbClr val="92A6B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5" name="Rectangle 292"/>
            <p:cNvSpPr>
              <a:spLocks noChangeArrowheads="1"/>
            </p:cNvSpPr>
            <p:nvPr/>
          </p:nvSpPr>
          <p:spPr bwMode="auto">
            <a:xfrm>
              <a:off x="4568" y="1738"/>
              <a:ext cx="28" cy="8"/>
            </a:xfrm>
            <a:prstGeom prst="rect">
              <a:avLst/>
            </a:prstGeom>
            <a:solidFill>
              <a:srgbClr val="94A7B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6" name="Rectangle 293"/>
            <p:cNvSpPr>
              <a:spLocks noChangeArrowheads="1"/>
            </p:cNvSpPr>
            <p:nvPr/>
          </p:nvSpPr>
          <p:spPr bwMode="auto">
            <a:xfrm>
              <a:off x="4596" y="1738"/>
              <a:ext cx="18" cy="8"/>
            </a:xfrm>
            <a:prstGeom prst="rect">
              <a:avLst/>
            </a:prstGeom>
            <a:solidFill>
              <a:srgbClr val="96A9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7" name="Rectangle 294"/>
            <p:cNvSpPr>
              <a:spLocks noChangeArrowheads="1"/>
            </p:cNvSpPr>
            <p:nvPr/>
          </p:nvSpPr>
          <p:spPr bwMode="auto">
            <a:xfrm>
              <a:off x="4614" y="1738"/>
              <a:ext cx="19" cy="8"/>
            </a:xfrm>
            <a:prstGeom prst="rect">
              <a:avLst/>
            </a:prstGeom>
            <a:solidFill>
              <a:srgbClr val="98AAB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8" name="Rectangle 295"/>
            <p:cNvSpPr>
              <a:spLocks noChangeArrowheads="1"/>
            </p:cNvSpPr>
            <p:nvPr/>
          </p:nvSpPr>
          <p:spPr bwMode="auto">
            <a:xfrm>
              <a:off x="4633" y="1738"/>
              <a:ext cx="19" cy="8"/>
            </a:xfrm>
            <a:prstGeom prst="rect">
              <a:avLst/>
            </a:prstGeom>
            <a:solidFill>
              <a:srgbClr val="99ACB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69" name="Rectangle 296"/>
            <p:cNvSpPr>
              <a:spLocks noChangeArrowheads="1"/>
            </p:cNvSpPr>
            <p:nvPr/>
          </p:nvSpPr>
          <p:spPr bwMode="auto">
            <a:xfrm>
              <a:off x="4652" y="1738"/>
              <a:ext cx="19" cy="8"/>
            </a:xfrm>
            <a:prstGeom prst="rect">
              <a:avLst/>
            </a:prstGeom>
            <a:solidFill>
              <a:srgbClr val="9BADB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0" name="Rectangle 297"/>
            <p:cNvSpPr>
              <a:spLocks noChangeArrowheads="1"/>
            </p:cNvSpPr>
            <p:nvPr/>
          </p:nvSpPr>
          <p:spPr bwMode="auto">
            <a:xfrm>
              <a:off x="4671" y="1738"/>
              <a:ext cx="16" cy="8"/>
            </a:xfrm>
            <a:prstGeom prst="rect">
              <a:avLst/>
            </a:prstGeom>
            <a:solidFill>
              <a:srgbClr val="9DAFB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1" name="Rectangle 298"/>
            <p:cNvSpPr>
              <a:spLocks noChangeArrowheads="1"/>
            </p:cNvSpPr>
            <p:nvPr/>
          </p:nvSpPr>
          <p:spPr bwMode="auto">
            <a:xfrm>
              <a:off x="4687" y="1738"/>
              <a:ext cx="12" cy="8"/>
            </a:xfrm>
            <a:prstGeom prst="rect">
              <a:avLst/>
            </a:prstGeom>
            <a:solidFill>
              <a:srgbClr val="9FB0B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2" name="Rectangle 299"/>
            <p:cNvSpPr>
              <a:spLocks noChangeArrowheads="1"/>
            </p:cNvSpPr>
            <p:nvPr/>
          </p:nvSpPr>
          <p:spPr bwMode="auto">
            <a:xfrm>
              <a:off x="4699" y="1738"/>
              <a:ext cx="18" cy="8"/>
            </a:xfrm>
            <a:prstGeom prst="rect">
              <a:avLst/>
            </a:prstGeom>
            <a:solidFill>
              <a:srgbClr val="A1B1B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3" name="Rectangle 300"/>
            <p:cNvSpPr>
              <a:spLocks noChangeArrowheads="1"/>
            </p:cNvSpPr>
            <p:nvPr/>
          </p:nvSpPr>
          <p:spPr bwMode="auto">
            <a:xfrm>
              <a:off x="4717" y="1738"/>
              <a:ext cx="19" cy="8"/>
            </a:xfrm>
            <a:prstGeom prst="rect">
              <a:avLst/>
            </a:prstGeom>
            <a:solidFill>
              <a:srgbClr val="A3B3B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4" name="Rectangle 301"/>
            <p:cNvSpPr>
              <a:spLocks noChangeArrowheads="1"/>
            </p:cNvSpPr>
            <p:nvPr/>
          </p:nvSpPr>
          <p:spPr bwMode="auto">
            <a:xfrm>
              <a:off x="4736" y="1738"/>
              <a:ext cx="12" cy="8"/>
            </a:xfrm>
            <a:prstGeom prst="rect">
              <a:avLst/>
            </a:prstGeom>
            <a:solidFill>
              <a:srgbClr val="A5B5B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5" name="Rectangle 302"/>
            <p:cNvSpPr>
              <a:spLocks noChangeArrowheads="1"/>
            </p:cNvSpPr>
            <p:nvPr/>
          </p:nvSpPr>
          <p:spPr bwMode="auto">
            <a:xfrm>
              <a:off x="4748" y="1738"/>
              <a:ext cx="17" cy="8"/>
            </a:xfrm>
            <a:prstGeom prst="rect">
              <a:avLst/>
            </a:prstGeom>
            <a:solidFill>
              <a:srgbClr val="A7B6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6" name="Rectangle 303"/>
            <p:cNvSpPr>
              <a:spLocks noChangeArrowheads="1"/>
            </p:cNvSpPr>
            <p:nvPr/>
          </p:nvSpPr>
          <p:spPr bwMode="auto">
            <a:xfrm>
              <a:off x="4765" y="1738"/>
              <a:ext cx="11" cy="8"/>
            </a:xfrm>
            <a:prstGeom prst="rect">
              <a:avLst/>
            </a:prstGeom>
            <a:solidFill>
              <a:srgbClr val="A9B8C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7" name="Rectangle 304"/>
            <p:cNvSpPr>
              <a:spLocks noChangeArrowheads="1"/>
            </p:cNvSpPr>
            <p:nvPr/>
          </p:nvSpPr>
          <p:spPr bwMode="auto">
            <a:xfrm>
              <a:off x="4776" y="1738"/>
              <a:ext cx="17" cy="8"/>
            </a:xfrm>
            <a:prstGeom prst="rect">
              <a:avLst/>
            </a:prstGeom>
            <a:solidFill>
              <a:srgbClr val="ABB9C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8" name="Rectangle 305"/>
            <p:cNvSpPr>
              <a:spLocks noChangeArrowheads="1"/>
            </p:cNvSpPr>
            <p:nvPr/>
          </p:nvSpPr>
          <p:spPr bwMode="auto">
            <a:xfrm>
              <a:off x="4793" y="1738"/>
              <a:ext cx="11" cy="8"/>
            </a:xfrm>
            <a:prstGeom prst="rect">
              <a:avLst/>
            </a:prstGeom>
            <a:solidFill>
              <a:srgbClr val="ADBB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79" name="Rectangle 306"/>
            <p:cNvSpPr>
              <a:spLocks noChangeArrowheads="1"/>
            </p:cNvSpPr>
            <p:nvPr/>
          </p:nvSpPr>
          <p:spPr bwMode="auto">
            <a:xfrm>
              <a:off x="4804" y="1738"/>
              <a:ext cx="17" cy="8"/>
            </a:xfrm>
            <a:prstGeom prst="rect">
              <a:avLst/>
            </a:prstGeom>
            <a:solidFill>
              <a:srgbClr val="AFBCC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0" name="Rectangle 307"/>
            <p:cNvSpPr>
              <a:spLocks noChangeArrowheads="1"/>
            </p:cNvSpPr>
            <p:nvPr/>
          </p:nvSpPr>
          <p:spPr bwMode="auto">
            <a:xfrm>
              <a:off x="4821" y="1738"/>
              <a:ext cx="11" cy="8"/>
            </a:xfrm>
            <a:prstGeom prst="rect">
              <a:avLst/>
            </a:prstGeom>
            <a:solidFill>
              <a:srgbClr val="B1BEC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1" name="Rectangle 308"/>
            <p:cNvSpPr>
              <a:spLocks noChangeArrowheads="1"/>
            </p:cNvSpPr>
            <p:nvPr/>
          </p:nvSpPr>
          <p:spPr bwMode="auto">
            <a:xfrm>
              <a:off x="4832" y="1738"/>
              <a:ext cx="14" cy="8"/>
            </a:xfrm>
            <a:prstGeom prst="rect">
              <a:avLst/>
            </a:prstGeom>
            <a:solidFill>
              <a:srgbClr val="B3C0C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2" name="Rectangle 309"/>
            <p:cNvSpPr>
              <a:spLocks noChangeArrowheads="1"/>
            </p:cNvSpPr>
            <p:nvPr/>
          </p:nvSpPr>
          <p:spPr bwMode="auto">
            <a:xfrm>
              <a:off x="4846" y="1738"/>
              <a:ext cx="12" cy="8"/>
            </a:xfrm>
            <a:prstGeom prst="rect">
              <a:avLst/>
            </a:prstGeom>
            <a:solidFill>
              <a:srgbClr val="B5C1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3" name="Rectangle 310"/>
            <p:cNvSpPr>
              <a:spLocks noChangeArrowheads="1"/>
            </p:cNvSpPr>
            <p:nvPr/>
          </p:nvSpPr>
          <p:spPr bwMode="auto">
            <a:xfrm>
              <a:off x="4858" y="1738"/>
              <a:ext cx="12" cy="8"/>
            </a:xfrm>
            <a:prstGeom prst="rect">
              <a:avLst/>
            </a:prstGeom>
            <a:solidFill>
              <a:srgbClr val="B7C3C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4" name="Rectangle 311"/>
            <p:cNvSpPr>
              <a:spLocks noChangeArrowheads="1"/>
            </p:cNvSpPr>
            <p:nvPr/>
          </p:nvSpPr>
          <p:spPr bwMode="auto">
            <a:xfrm>
              <a:off x="4870" y="1738"/>
              <a:ext cx="14" cy="8"/>
            </a:xfrm>
            <a:prstGeom prst="rect">
              <a:avLst/>
            </a:prstGeom>
            <a:solidFill>
              <a:srgbClr val="B9C4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5" name="Rectangle 312"/>
            <p:cNvSpPr>
              <a:spLocks noChangeArrowheads="1"/>
            </p:cNvSpPr>
            <p:nvPr/>
          </p:nvSpPr>
          <p:spPr bwMode="auto">
            <a:xfrm>
              <a:off x="4884" y="1738"/>
              <a:ext cx="12" cy="8"/>
            </a:xfrm>
            <a:prstGeom prst="rect">
              <a:avLst/>
            </a:prstGeom>
            <a:solidFill>
              <a:srgbClr val="BBC6C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6" name="Rectangle 313"/>
            <p:cNvSpPr>
              <a:spLocks noChangeArrowheads="1"/>
            </p:cNvSpPr>
            <p:nvPr/>
          </p:nvSpPr>
          <p:spPr bwMode="auto">
            <a:xfrm>
              <a:off x="4896" y="1738"/>
              <a:ext cx="11" cy="8"/>
            </a:xfrm>
            <a:prstGeom prst="rect">
              <a:avLst/>
            </a:prstGeom>
            <a:solidFill>
              <a:srgbClr val="BDC8C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7" name="Rectangle 314"/>
            <p:cNvSpPr>
              <a:spLocks noChangeArrowheads="1"/>
            </p:cNvSpPr>
            <p:nvPr/>
          </p:nvSpPr>
          <p:spPr bwMode="auto">
            <a:xfrm>
              <a:off x="4907" y="1738"/>
              <a:ext cx="14" cy="8"/>
            </a:xfrm>
            <a:prstGeom prst="rect">
              <a:avLst/>
            </a:prstGeom>
            <a:solidFill>
              <a:srgbClr val="BFC9D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8" name="Rectangle 315"/>
            <p:cNvSpPr>
              <a:spLocks noChangeArrowheads="1"/>
            </p:cNvSpPr>
            <p:nvPr/>
          </p:nvSpPr>
          <p:spPr bwMode="auto">
            <a:xfrm>
              <a:off x="4921" y="1738"/>
              <a:ext cx="10" cy="8"/>
            </a:xfrm>
            <a:prstGeom prst="rect">
              <a:avLst/>
            </a:prstGeom>
            <a:solidFill>
              <a:srgbClr val="C1CAD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89" name="Rectangle 316"/>
            <p:cNvSpPr>
              <a:spLocks noChangeArrowheads="1"/>
            </p:cNvSpPr>
            <p:nvPr/>
          </p:nvSpPr>
          <p:spPr bwMode="auto">
            <a:xfrm>
              <a:off x="4931" y="1738"/>
              <a:ext cx="9" cy="8"/>
            </a:xfrm>
            <a:prstGeom prst="rect">
              <a:avLst/>
            </a:prstGeom>
            <a:solidFill>
              <a:srgbClr val="C2CCD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0" name="Rectangle 317"/>
            <p:cNvSpPr>
              <a:spLocks noChangeArrowheads="1"/>
            </p:cNvSpPr>
            <p:nvPr/>
          </p:nvSpPr>
          <p:spPr bwMode="auto">
            <a:xfrm>
              <a:off x="4940" y="1738"/>
              <a:ext cx="12" cy="8"/>
            </a:xfrm>
            <a:prstGeom prst="rect">
              <a:avLst/>
            </a:prstGeom>
            <a:solidFill>
              <a:srgbClr val="C4CDD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1" name="Rectangle 318"/>
            <p:cNvSpPr>
              <a:spLocks noChangeArrowheads="1"/>
            </p:cNvSpPr>
            <p:nvPr/>
          </p:nvSpPr>
          <p:spPr bwMode="auto">
            <a:xfrm>
              <a:off x="4952" y="1738"/>
              <a:ext cx="11" cy="8"/>
            </a:xfrm>
            <a:prstGeom prst="rect">
              <a:avLst/>
            </a:prstGeom>
            <a:solidFill>
              <a:srgbClr val="C6CFD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2" name="Rectangle 319"/>
            <p:cNvSpPr>
              <a:spLocks noChangeArrowheads="1"/>
            </p:cNvSpPr>
            <p:nvPr/>
          </p:nvSpPr>
          <p:spPr bwMode="auto">
            <a:xfrm>
              <a:off x="4963" y="1738"/>
              <a:ext cx="10" cy="8"/>
            </a:xfrm>
            <a:prstGeom prst="rect">
              <a:avLst/>
            </a:prstGeom>
            <a:solidFill>
              <a:srgbClr val="C8D0D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3" name="Rectangle 320"/>
            <p:cNvSpPr>
              <a:spLocks noChangeArrowheads="1"/>
            </p:cNvSpPr>
            <p:nvPr/>
          </p:nvSpPr>
          <p:spPr bwMode="auto">
            <a:xfrm>
              <a:off x="4973" y="1738"/>
              <a:ext cx="9" cy="8"/>
            </a:xfrm>
            <a:prstGeom prst="rect">
              <a:avLst/>
            </a:prstGeom>
            <a:solidFill>
              <a:srgbClr val="C9D2D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4" name="Rectangle 321"/>
            <p:cNvSpPr>
              <a:spLocks noChangeArrowheads="1"/>
            </p:cNvSpPr>
            <p:nvPr/>
          </p:nvSpPr>
          <p:spPr bwMode="auto">
            <a:xfrm>
              <a:off x="4982" y="1738"/>
              <a:ext cx="16" cy="8"/>
            </a:xfrm>
            <a:prstGeom prst="rect">
              <a:avLst/>
            </a:prstGeom>
            <a:solidFill>
              <a:srgbClr val="CBD3D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5" name="Rectangle 322"/>
            <p:cNvSpPr>
              <a:spLocks noChangeArrowheads="1"/>
            </p:cNvSpPr>
            <p:nvPr/>
          </p:nvSpPr>
          <p:spPr bwMode="auto">
            <a:xfrm>
              <a:off x="4998" y="1738"/>
              <a:ext cx="12" cy="8"/>
            </a:xfrm>
            <a:prstGeom prst="rect">
              <a:avLst/>
            </a:prstGeom>
            <a:solidFill>
              <a:srgbClr val="CDD5D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6" name="Rectangle 323"/>
            <p:cNvSpPr>
              <a:spLocks noChangeArrowheads="1"/>
            </p:cNvSpPr>
            <p:nvPr/>
          </p:nvSpPr>
          <p:spPr bwMode="auto">
            <a:xfrm>
              <a:off x="5010" y="1738"/>
              <a:ext cx="14" cy="8"/>
            </a:xfrm>
            <a:prstGeom prst="rect">
              <a:avLst/>
            </a:prstGeom>
            <a:solidFill>
              <a:srgbClr val="CFD6D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7" name="Rectangle 324"/>
            <p:cNvSpPr>
              <a:spLocks noChangeArrowheads="1"/>
            </p:cNvSpPr>
            <p:nvPr/>
          </p:nvSpPr>
          <p:spPr bwMode="auto">
            <a:xfrm>
              <a:off x="5024" y="1738"/>
              <a:ext cx="12" cy="8"/>
            </a:xfrm>
            <a:prstGeom prst="rect">
              <a:avLst/>
            </a:prstGeom>
            <a:solidFill>
              <a:srgbClr val="D1D8D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8" name="Rectangle 325"/>
            <p:cNvSpPr>
              <a:spLocks noChangeArrowheads="1"/>
            </p:cNvSpPr>
            <p:nvPr/>
          </p:nvSpPr>
          <p:spPr bwMode="auto">
            <a:xfrm>
              <a:off x="5036" y="1738"/>
              <a:ext cx="11" cy="8"/>
            </a:xfrm>
            <a:prstGeom prst="rect">
              <a:avLst/>
            </a:prstGeom>
            <a:solidFill>
              <a:srgbClr val="D3DAD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299" name="Rectangle 326"/>
            <p:cNvSpPr>
              <a:spLocks noChangeArrowheads="1"/>
            </p:cNvSpPr>
            <p:nvPr/>
          </p:nvSpPr>
          <p:spPr bwMode="auto">
            <a:xfrm>
              <a:off x="5047" y="1738"/>
              <a:ext cx="17" cy="8"/>
            </a:xfrm>
            <a:prstGeom prst="rect">
              <a:avLst/>
            </a:prstGeom>
            <a:solidFill>
              <a:srgbClr val="D5DBD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0" name="Rectangle 327"/>
            <p:cNvSpPr>
              <a:spLocks noChangeArrowheads="1"/>
            </p:cNvSpPr>
            <p:nvPr/>
          </p:nvSpPr>
          <p:spPr bwMode="auto">
            <a:xfrm>
              <a:off x="5064" y="1738"/>
              <a:ext cx="12" cy="8"/>
            </a:xfrm>
            <a:prstGeom prst="rect">
              <a:avLst/>
            </a:prstGeom>
            <a:solidFill>
              <a:srgbClr val="D7DDE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1" name="Rectangle 328"/>
            <p:cNvSpPr>
              <a:spLocks noChangeArrowheads="1"/>
            </p:cNvSpPr>
            <p:nvPr/>
          </p:nvSpPr>
          <p:spPr bwMode="auto">
            <a:xfrm>
              <a:off x="5076" y="1738"/>
              <a:ext cx="14" cy="8"/>
            </a:xfrm>
            <a:prstGeom prst="rect">
              <a:avLst/>
            </a:prstGeom>
            <a:solidFill>
              <a:srgbClr val="D9DEE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2" name="Rectangle 329"/>
            <p:cNvSpPr>
              <a:spLocks noChangeArrowheads="1"/>
            </p:cNvSpPr>
            <p:nvPr/>
          </p:nvSpPr>
          <p:spPr bwMode="auto">
            <a:xfrm>
              <a:off x="5090" y="1738"/>
              <a:ext cx="9" cy="8"/>
            </a:xfrm>
            <a:prstGeom prst="rect">
              <a:avLst/>
            </a:prstGeom>
            <a:solidFill>
              <a:srgbClr val="DAE0E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3" name="Rectangle 330"/>
            <p:cNvSpPr>
              <a:spLocks noChangeArrowheads="1"/>
            </p:cNvSpPr>
            <p:nvPr/>
          </p:nvSpPr>
          <p:spPr bwMode="auto">
            <a:xfrm>
              <a:off x="5099" y="1738"/>
              <a:ext cx="12" cy="8"/>
            </a:xfrm>
            <a:prstGeom prst="rect">
              <a:avLst/>
            </a:prstGeom>
            <a:solidFill>
              <a:srgbClr val="DCE1E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4" name="Rectangle 331"/>
            <p:cNvSpPr>
              <a:spLocks noChangeArrowheads="1"/>
            </p:cNvSpPr>
            <p:nvPr/>
          </p:nvSpPr>
          <p:spPr bwMode="auto">
            <a:xfrm>
              <a:off x="5111" y="1738"/>
              <a:ext cx="18" cy="8"/>
            </a:xfrm>
            <a:prstGeom prst="rect">
              <a:avLst/>
            </a:prstGeom>
            <a:solidFill>
              <a:srgbClr val="DEE3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5" name="Rectangle 332"/>
            <p:cNvSpPr>
              <a:spLocks noChangeArrowheads="1"/>
            </p:cNvSpPr>
            <p:nvPr/>
          </p:nvSpPr>
          <p:spPr bwMode="auto">
            <a:xfrm>
              <a:off x="5129" y="1738"/>
              <a:ext cx="17" cy="8"/>
            </a:xfrm>
            <a:prstGeom prst="rect">
              <a:avLst/>
            </a:prstGeom>
            <a:solidFill>
              <a:srgbClr val="E0E5E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6" name="Rectangle 333"/>
            <p:cNvSpPr>
              <a:spLocks noChangeArrowheads="1"/>
            </p:cNvSpPr>
            <p:nvPr/>
          </p:nvSpPr>
          <p:spPr bwMode="auto">
            <a:xfrm>
              <a:off x="5146" y="1738"/>
              <a:ext cx="11" cy="8"/>
            </a:xfrm>
            <a:prstGeom prst="rect">
              <a:avLst/>
            </a:prstGeom>
            <a:solidFill>
              <a:srgbClr val="E2E6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7" name="Rectangle 334"/>
            <p:cNvSpPr>
              <a:spLocks noChangeArrowheads="1"/>
            </p:cNvSpPr>
            <p:nvPr/>
          </p:nvSpPr>
          <p:spPr bwMode="auto">
            <a:xfrm>
              <a:off x="5157" y="1738"/>
              <a:ext cx="19" cy="8"/>
            </a:xfrm>
            <a:prstGeom prst="rect">
              <a:avLst/>
            </a:prstGeom>
            <a:solidFill>
              <a:srgbClr val="E4E8E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8" name="Rectangle 335"/>
            <p:cNvSpPr>
              <a:spLocks noChangeArrowheads="1"/>
            </p:cNvSpPr>
            <p:nvPr/>
          </p:nvSpPr>
          <p:spPr bwMode="auto">
            <a:xfrm>
              <a:off x="5176" y="1738"/>
              <a:ext cx="19" cy="8"/>
            </a:xfrm>
            <a:prstGeom prst="rect">
              <a:avLst/>
            </a:prstGeom>
            <a:solidFill>
              <a:srgbClr val="E6EAE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09" name="Rectangle 336"/>
            <p:cNvSpPr>
              <a:spLocks noChangeArrowheads="1"/>
            </p:cNvSpPr>
            <p:nvPr/>
          </p:nvSpPr>
          <p:spPr bwMode="auto">
            <a:xfrm>
              <a:off x="5195" y="1738"/>
              <a:ext cx="19" cy="8"/>
            </a:xfrm>
            <a:prstGeom prst="rect">
              <a:avLst/>
            </a:prstGeom>
            <a:solidFill>
              <a:srgbClr val="E8EBE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0" name="Rectangle 337"/>
            <p:cNvSpPr>
              <a:spLocks noChangeArrowheads="1"/>
            </p:cNvSpPr>
            <p:nvPr/>
          </p:nvSpPr>
          <p:spPr bwMode="auto">
            <a:xfrm>
              <a:off x="5214" y="1738"/>
              <a:ext cx="19" cy="8"/>
            </a:xfrm>
            <a:prstGeom prst="rect">
              <a:avLst/>
            </a:prstGeom>
            <a:solidFill>
              <a:srgbClr val="EAEDE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1" name="Rectangle 338"/>
            <p:cNvSpPr>
              <a:spLocks noChangeArrowheads="1"/>
            </p:cNvSpPr>
            <p:nvPr/>
          </p:nvSpPr>
          <p:spPr bwMode="auto">
            <a:xfrm>
              <a:off x="5233" y="1738"/>
              <a:ext cx="18" cy="8"/>
            </a:xfrm>
            <a:prstGeom prst="rect">
              <a:avLst/>
            </a:prstGeom>
            <a:solidFill>
              <a:srgbClr val="ECEFF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2" name="Rectangle 339"/>
            <p:cNvSpPr>
              <a:spLocks noChangeArrowheads="1"/>
            </p:cNvSpPr>
            <p:nvPr/>
          </p:nvSpPr>
          <p:spPr bwMode="auto">
            <a:xfrm>
              <a:off x="5251" y="1738"/>
              <a:ext cx="19" cy="8"/>
            </a:xfrm>
            <a:prstGeom prst="rect">
              <a:avLst/>
            </a:prstGeom>
            <a:solidFill>
              <a:srgbClr val="EEF0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3" name="Rectangle 340"/>
            <p:cNvSpPr>
              <a:spLocks noChangeArrowheads="1"/>
            </p:cNvSpPr>
            <p:nvPr/>
          </p:nvSpPr>
          <p:spPr bwMode="auto">
            <a:xfrm>
              <a:off x="5270" y="1738"/>
              <a:ext cx="19" cy="8"/>
            </a:xfrm>
            <a:prstGeom prst="rect">
              <a:avLst/>
            </a:prstGeom>
            <a:solidFill>
              <a:srgbClr val="EFF2F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4" name="Rectangle 341"/>
            <p:cNvSpPr>
              <a:spLocks noChangeArrowheads="1"/>
            </p:cNvSpPr>
            <p:nvPr/>
          </p:nvSpPr>
          <p:spPr bwMode="auto">
            <a:xfrm>
              <a:off x="5289" y="1738"/>
              <a:ext cx="18" cy="8"/>
            </a:xfrm>
            <a:prstGeom prst="rect">
              <a:avLst/>
            </a:prstGeom>
            <a:solidFill>
              <a:srgbClr val="F1F3F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5" name="Rectangle 342"/>
            <p:cNvSpPr>
              <a:spLocks noChangeArrowheads="1"/>
            </p:cNvSpPr>
            <p:nvPr/>
          </p:nvSpPr>
          <p:spPr bwMode="auto">
            <a:xfrm>
              <a:off x="5307" y="1738"/>
              <a:ext cx="19" cy="8"/>
            </a:xfrm>
            <a:prstGeom prst="rect">
              <a:avLst/>
            </a:prstGeom>
            <a:solidFill>
              <a:srgbClr val="F3F4F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6" name="Rectangle 343"/>
            <p:cNvSpPr>
              <a:spLocks noChangeArrowheads="1"/>
            </p:cNvSpPr>
            <p:nvPr/>
          </p:nvSpPr>
          <p:spPr bwMode="auto">
            <a:xfrm>
              <a:off x="5326" y="1738"/>
              <a:ext cx="19" cy="8"/>
            </a:xfrm>
            <a:prstGeom prst="rect">
              <a:avLst/>
            </a:prstGeom>
            <a:solidFill>
              <a:srgbClr val="F4F5F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7" name="Rectangle 344"/>
            <p:cNvSpPr>
              <a:spLocks noChangeArrowheads="1"/>
            </p:cNvSpPr>
            <p:nvPr/>
          </p:nvSpPr>
          <p:spPr bwMode="auto">
            <a:xfrm>
              <a:off x="5345" y="1738"/>
              <a:ext cx="28" cy="8"/>
            </a:xfrm>
            <a:prstGeom prst="rect">
              <a:avLst/>
            </a:prstGeom>
            <a:solidFill>
              <a:srgbClr val="F5F7F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8" name="Rectangle 345"/>
            <p:cNvSpPr>
              <a:spLocks noChangeArrowheads="1"/>
            </p:cNvSpPr>
            <p:nvPr/>
          </p:nvSpPr>
          <p:spPr bwMode="auto">
            <a:xfrm>
              <a:off x="5373" y="1738"/>
              <a:ext cx="37" cy="8"/>
            </a:xfrm>
            <a:prstGeom prst="rect">
              <a:avLst/>
            </a:prstGeom>
            <a:solidFill>
              <a:srgbClr val="F7F8F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19" name="Rectangle 346"/>
            <p:cNvSpPr>
              <a:spLocks noChangeArrowheads="1"/>
            </p:cNvSpPr>
            <p:nvPr/>
          </p:nvSpPr>
          <p:spPr bwMode="auto">
            <a:xfrm>
              <a:off x="5410" y="1738"/>
              <a:ext cx="38" cy="8"/>
            </a:xfrm>
            <a:prstGeom prst="rect">
              <a:avLst/>
            </a:prstGeom>
            <a:solidFill>
              <a:srgbClr val="F9FAF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0" name="Rectangle 347"/>
            <p:cNvSpPr>
              <a:spLocks noChangeArrowheads="1"/>
            </p:cNvSpPr>
            <p:nvPr/>
          </p:nvSpPr>
          <p:spPr bwMode="auto">
            <a:xfrm>
              <a:off x="5448" y="1738"/>
              <a:ext cx="46" cy="8"/>
            </a:xfrm>
            <a:prstGeom prst="rect">
              <a:avLst/>
            </a:prstGeom>
            <a:solidFill>
              <a:srgbClr val="FBFBF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1" name="Rectangle 348"/>
            <p:cNvSpPr>
              <a:spLocks noChangeArrowheads="1"/>
            </p:cNvSpPr>
            <p:nvPr/>
          </p:nvSpPr>
          <p:spPr bwMode="auto">
            <a:xfrm>
              <a:off x="5494" y="1738"/>
              <a:ext cx="47" cy="8"/>
            </a:xfrm>
            <a:prstGeom prst="rect">
              <a:avLst/>
            </a:prstGeom>
            <a:solidFill>
              <a:srgbClr val="FCFDF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2" name="Rectangle 349"/>
            <p:cNvSpPr>
              <a:spLocks noChangeArrowheads="1"/>
            </p:cNvSpPr>
            <p:nvPr/>
          </p:nvSpPr>
          <p:spPr bwMode="auto">
            <a:xfrm>
              <a:off x="5541" y="1738"/>
              <a:ext cx="71" cy="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3" name="Rectangle 350"/>
            <p:cNvSpPr>
              <a:spLocks noChangeArrowheads="1"/>
            </p:cNvSpPr>
            <p:nvPr/>
          </p:nvSpPr>
          <p:spPr bwMode="auto">
            <a:xfrm>
              <a:off x="3214" y="2121"/>
              <a:ext cx="71" cy="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4" name="Rectangle 351"/>
            <p:cNvSpPr>
              <a:spLocks noChangeArrowheads="1"/>
            </p:cNvSpPr>
            <p:nvPr/>
          </p:nvSpPr>
          <p:spPr bwMode="auto">
            <a:xfrm>
              <a:off x="3285" y="2121"/>
              <a:ext cx="47" cy="7"/>
            </a:xfrm>
            <a:prstGeom prst="rect">
              <a:avLst/>
            </a:prstGeom>
            <a:solidFill>
              <a:srgbClr val="FDFEF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5" name="Rectangle 352"/>
            <p:cNvSpPr>
              <a:spLocks noChangeArrowheads="1"/>
            </p:cNvSpPr>
            <p:nvPr/>
          </p:nvSpPr>
          <p:spPr bwMode="auto">
            <a:xfrm>
              <a:off x="3332" y="2121"/>
              <a:ext cx="46" cy="7"/>
            </a:xfrm>
            <a:prstGeom prst="rect">
              <a:avLst/>
            </a:prstGeom>
            <a:solidFill>
              <a:srgbClr val="FCFCF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6" name="Rectangle 353"/>
            <p:cNvSpPr>
              <a:spLocks noChangeArrowheads="1"/>
            </p:cNvSpPr>
            <p:nvPr/>
          </p:nvSpPr>
          <p:spPr bwMode="auto">
            <a:xfrm>
              <a:off x="3378" y="2121"/>
              <a:ext cx="38" cy="7"/>
            </a:xfrm>
            <a:prstGeom prst="rect">
              <a:avLst/>
            </a:prstGeom>
            <a:solidFill>
              <a:srgbClr val="FAFBF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7" name="Rectangle 354"/>
            <p:cNvSpPr>
              <a:spLocks noChangeArrowheads="1"/>
            </p:cNvSpPr>
            <p:nvPr/>
          </p:nvSpPr>
          <p:spPr bwMode="auto">
            <a:xfrm>
              <a:off x="3416" y="2121"/>
              <a:ext cx="37" cy="7"/>
            </a:xfrm>
            <a:prstGeom prst="rect">
              <a:avLst/>
            </a:prstGeom>
            <a:solidFill>
              <a:srgbClr val="F8F9F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8" name="Rectangle 355"/>
            <p:cNvSpPr>
              <a:spLocks noChangeArrowheads="1"/>
            </p:cNvSpPr>
            <p:nvPr/>
          </p:nvSpPr>
          <p:spPr bwMode="auto">
            <a:xfrm>
              <a:off x="3453" y="2121"/>
              <a:ext cx="28" cy="7"/>
            </a:xfrm>
            <a:prstGeom prst="rect">
              <a:avLst/>
            </a:prstGeom>
            <a:solidFill>
              <a:srgbClr val="F6F8F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29" name="Rectangle 356"/>
            <p:cNvSpPr>
              <a:spLocks noChangeArrowheads="1"/>
            </p:cNvSpPr>
            <p:nvPr/>
          </p:nvSpPr>
          <p:spPr bwMode="auto">
            <a:xfrm>
              <a:off x="3481" y="2121"/>
              <a:ext cx="19" cy="7"/>
            </a:xfrm>
            <a:prstGeom prst="rect">
              <a:avLst/>
            </a:prstGeom>
            <a:solidFill>
              <a:srgbClr val="F5F6F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0" name="Rectangle 357"/>
            <p:cNvSpPr>
              <a:spLocks noChangeArrowheads="1"/>
            </p:cNvSpPr>
            <p:nvPr/>
          </p:nvSpPr>
          <p:spPr bwMode="auto">
            <a:xfrm>
              <a:off x="3500" y="2121"/>
              <a:ext cx="28" cy="7"/>
            </a:xfrm>
            <a:prstGeom prst="rect">
              <a:avLst/>
            </a:prstGeom>
            <a:solidFill>
              <a:srgbClr val="F3F5F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1" name="Rectangle 358"/>
            <p:cNvSpPr>
              <a:spLocks noChangeArrowheads="1"/>
            </p:cNvSpPr>
            <p:nvPr/>
          </p:nvSpPr>
          <p:spPr bwMode="auto">
            <a:xfrm>
              <a:off x="3528" y="2121"/>
              <a:ext cx="19" cy="7"/>
            </a:xfrm>
            <a:prstGeom prst="rect">
              <a:avLst/>
            </a:prstGeom>
            <a:solidFill>
              <a:srgbClr val="F1F3F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2" name="Rectangle 359"/>
            <p:cNvSpPr>
              <a:spLocks noChangeArrowheads="1"/>
            </p:cNvSpPr>
            <p:nvPr/>
          </p:nvSpPr>
          <p:spPr bwMode="auto">
            <a:xfrm>
              <a:off x="3547" y="2121"/>
              <a:ext cx="18" cy="7"/>
            </a:xfrm>
            <a:prstGeom prst="rect">
              <a:avLst/>
            </a:prstGeom>
            <a:solidFill>
              <a:srgbClr val="EFF2F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3" name="Rectangle 360"/>
            <p:cNvSpPr>
              <a:spLocks noChangeArrowheads="1"/>
            </p:cNvSpPr>
            <p:nvPr/>
          </p:nvSpPr>
          <p:spPr bwMode="auto">
            <a:xfrm>
              <a:off x="3565" y="2121"/>
              <a:ext cx="19" cy="7"/>
            </a:xfrm>
            <a:prstGeom prst="rect">
              <a:avLst/>
            </a:prstGeom>
            <a:solidFill>
              <a:srgbClr val="EEF0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4" name="Rectangle 361"/>
            <p:cNvSpPr>
              <a:spLocks noChangeArrowheads="1"/>
            </p:cNvSpPr>
            <p:nvPr/>
          </p:nvSpPr>
          <p:spPr bwMode="auto">
            <a:xfrm>
              <a:off x="3584" y="2121"/>
              <a:ext cx="19" cy="7"/>
            </a:xfrm>
            <a:prstGeom prst="rect">
              <a:avLst/>
            </a:prstGeom>
            <a:solidFill>
              <a:srgbClr val="ECEFF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5" name="Rectangle 362"/>
            <p:cNvSpPr>
              <a:spLocks noChangeArrowheads="1"/>
            </p:cNvSpPr>
            <p:nvPr/>
          </p:nvSpPr>
          <p:spPr bwMode="auto">
            <a:xfrm>
              <a:off x="3603" y="2121"/>
              <a:ext cx="18" cy="7"/>
            </a:xfrm>
            <a:prstGeom prst="rect">
              <a:avLst/>
            </a:prstGeom>
            <a:solidFill>
              <a:srgbClr val="EAEDE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6" name="Rectangle 363"/>
            <p:cNvSpPr>
              <a:spLocks noChangeArrowheads="1"/>
            </p:cNvSpPr>
            <p:nvPr/>
          </p:nvSpPr>
          <p:spPr bwMode="auto">
            <a:xfrm>
              <a:off x="3621" y="2121"/>
              <a:ext cx="19" cy="7"/>
            </a:xfrm>
            <a:prstGeom prst="rect">
              <a:avLst/>
            </a:prstGeom>
            <a:solidFill>
              <a:srgbClr val="E8EBE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7" name="Rectangle 364"/>
            <p:cNvSpPr>
              <a:spLocks noChangeArrowheads="1"/>
            </p:cNvSpPr>
            <p:nvPr/>
          </p:nvSpPr>
          <p:spPr bwMode="auto">
            <a:xfrm>
              <a:off x="3640" y="2121"/>
              <a:ext cx="19" cy="7"/>
            </a:xfrm>
            <a:prstGeom prst="rect">
              <a:avLst/>
            </a:prstGeom>
            <a:solidFill>
              <a:srgbClr val="E6EAE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8" name="Rectangle 365"/>
            <p:cNvSpPr>
              <a:spLocks noChangeArrowheads="1"/>
            </p:cNvSpPr>
            <p:nvPr/>
          </p:nvSpPr>
          <p:spPr bwMode="auto">
            <a:xfrm>
              <a:off x="3659" y="2121"/>
              <a:ext cx="16" cy="7"/>
            </a:xfrm>
            <a:prstGeom prst="rect">
              <a:avLst/>
            </a:prstGeom>
            <a:solidFill>
              <a:srgbClr val="E4E8E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39" name="Rectangle 366"/>
            <p:cNvSpPr>
              <a:spLocks noChangeArrowheads="1"/>
            </p:cNvSpPr>
            <p:nvPr/>
          </p:nvSpPr>
          <p:spPr bwMode="auto">
            <a:xfrm>
              <a:off x="3675" y="2121"/>
              <a:ext cx="12" cy="7"/>
            </a:xfrm>
            <a:prstGeom prst="rect">
              <a:avLst/>
            </a:prstGeom>
            <a:solidFill>
              <a:srgbClr val="E2E7E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0" name="Rectangle 367"/>
            <p:cNvSpPr>
              <a:spLocks noChangeArrowheads="1"/>
            </p:cNvSpPr>
            <p:nvPr/>
          </p:nvSpPr>
          <p:spPr bwMode="auto">
            <a:xfrm>
              <a:off x="3687" y="2121"/>
              <a:ext cx="19" cy="7"/>
            </a:xfrm>
            <a:prstGeom prst="rect">
              <a:avLst/>
            </a:prstGeom>
            <a:solidFill>
              <a:srgbClr val="E0E5E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1" name="Rectangle 368"/>
            <p:cNvSpPr>
              <a:spLocks noChangeArrowheads="1"/>
            </p:cNvSpPr>
            <p:nvPr/>
          </p:nvSpPr>
          <p:spPr bwMode="auto">
            <a:xfrm>
              <a:off x="3706" y="2121"/>
              <a:ext cx="16" cy="7"/>
            </a:xfrm>
            <a:prstGeom prst="rect">
              <a:avLst/>
            </a:prstGeom>
            <a:solidFill>
              <a:srgbClr val="DEE3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2" name="Rectangle 369"/>
            <p:cNvSpPr>
              <a:spLocks noChangeArrowheads="1"/>
            </p:cNvSpPr>
            <p:nvPr/>
          </p:nvSpPr>
          <p:spPr bwMode="auto">
            <a:xfrm>
              <a:off x="3722" y="2121"/>
              <a:ext cx="9" cy="7"/>
            </a:xfrm>
            <a:prstGeom prst="rect">
              <a:avLst/>
            </a:prstGeom>
            <a:solidFill>
              <a:srgbClr val="DCE2E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3" name="Rectangle 370"/>
            <p:cNvSpPr>
              <a:spLocks noChangeArrowheads="1"/>
            </p:cNvSpPr>
            <p:nvPr/>
          </p:nvSpPr>
          <p:spPr bwMode="auto">
            <a:xfrm>
              <a:off x="3731" y="2121"/>
              <a:ext cx="12" cy="7"/>
            </a:xfrm>
            <a:prstGeom prst="rect">
              <a:avLst/>
            </a:prstGeom>
            <a:solidFill>
              <a:srgbClr val="DBE0E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4" name="Rectangle 371"/>
            <p:cNvSpPr>
              <a:spLocks noChangeArrowheads="1"/>
            </p:cNvSpPr>
            <p:nvPr/>
          </p:nvSpPr>
          <p:spPr bwMode="auto">
            <a:xfrm>
              <a:off x="3743" y="2121"/>
              <a:ext cx="12" cy="7"/>
            </a:xfrm>
            <a:prstGeom prst="rect">
              <a:avLst/>
            </a:prstGeom>
            <a:solidFill>
              <a:srgbClr val="D9DEE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5" name="Rectangle 372"/>
            <p:cNvSpPr>
              <a:spLocks noChangeArrowheads="1"/>
            </p:cNvSpPr>
            <p:nvPr/>
          </p:nvSpPr>
          <p:spPr bwMode="auto">
            <a:xfrm>
              <a:off x="3755" y="2121"/>
              <a:ext cx="16" cy="7"/>
            </a:xfrm>
            <a:prstGeom prst="rect">
              <a:avLst/>
            </a:prstGeom>
            <a:solidFill>
              <a:srgbClr val="D7DDE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6" name="Rectangle 373"/>
            <p:cNvSpPr>
              <a:spLocks noChangeArrowheads="1"/>
            </p:cNvSpPr>
            <p:nvPr/>
          </p:nvSpPr>
          <p:spPr bwMode="auto">
            <a:xfrm>
              <a:off x="3771" y="2121"/>
              <a:ext cx="12" cy="7"/>
            </a:xfrm>
            <a:prstGeom prst="rect">
              <a:avLst/>
            </a:prstGeom>
            <a:solidFill>
              <a:srgbClr val="D5DBD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7" name="Rectangle 374"/>
            <p:cNvSpPr>
              <a:spLocks noChangeArrowheads="1"/>
            </p:cNvSpPr>
            <p:nvPr/>
          </p:nvSpPr>
          <p:spPr bwMode="auto">
            <a:xfrm>
              <a:off x="3783" y="2121"/>
              <a:ext cx="14" cy="7"/>
            </a:xfrm>
            <a:prstGeom prst="rect">
              <a:avLst/>
            </a:prstGeom>
            <a:solidFill>
              <a:srgbClr val="D3DAD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8" name="Rectangle 375"/>
            <p:cNvSpPr>
              <a:spLocks noChangeArrowheads="1"/>
            </p:cNvSpPr>
            <p:nvPr/>
          </p:nvSpPr>
          <p:spPr bwMode="auto">
            <a:xfrm>
              <a:off x="3797" y="2121"/>
              <a:ext cx="12" cy="7"/>
            </a:xfrm>
            <a:prstGeom prst="rect">
              <a:avLst/>
            </a:prstGeom>
            <a:solidFill>
              <a:srgbClr val="D1D8D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49" name="Rectangle 376"/>
            <p:cNvSpPr>
              <a:spLocks noChangeArrowheads="1"/>
            </p:cNvSpPr>
            <p:nvPr/>
          </p:nvSpPr>
          <p:spPr bwMode="auto">
            <a:xfrm>
              <a:off x="3809" y="2121"/>
              <a:ext cx="11" cy="7"/>
            </a:xfrm>
            <a:prstGeom prst="rect">
              <a:avLst/>
            </a:prstGeom>
            <a:solidFill>
              <a:srgbClr val="CFD6D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0" name="Rectangle 377"/>
            <p:cNvSpPr>
              <a:spLocks noChangeArrowheads="1"/>
            </p:cNvSpPr>
            <p:nvPr/>
          </p:nvSpPr>
          <p:spPr bwMode="auto">
            <a:xfrm>
              <a:off x="3820" y="2121"/>
              <a:ext cx="17" cy="7"/>
            </a:xfrm>
            <a:prstGeom prst="rect">
              <a:avLst/>
            </a:prstGeom>
            <a:solidFill>
              <a:srgbClr val="CDD5D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1" name="Rectangle 378"/>
            <p:cNvSpPr>
              <a:spLocks noChangeArrowheads="1"/>
            </p:cNvSpPr>
            <p:nvPr/>
          </p:nvSpPr>
          <p:spPr bwMode="auto">
            <a:xfrm>
              <a:off x="3837" y="2121"/>
              <a:ext cx="11" cy="7"/>
            </a:xfrm>
            <a:prstGeom prst="rect">
              <a:avLst/>
            </a:prstGeom>
            <a:solidFill>
              <a:srgbClr val="CBD3D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2" name="Rectangle 379"/>
            <p:cNvSpPr>
              <a:spLocks noChangeArrowheads="1"/>
            </p:cNvSpPr>
            <p:nvPr/>
          </p:nvSpPr>
          <p:spPr bwMode="auto">
            <a:xfrm>
              <a:off x="3848" y="2121"/>
              <a:ext cx="10" cy="7"/>
            </a:xfrm>
            <a:prstGeom prst="rect">
              <a:avLst/>
            </a:prstGeom>
            <a:solidFill>
              <a:srgbClr val="C9D2D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3" name="Rectangle 380"/>
            <p:cNvSpPr>
              <a:spLocks noChangeArrowheads="1"/>
            </p:cNvSpPr>
            <p:nvPr/>
          </p:nvSpPr>
          <p:spPr bwMode="auto">
            <a:xfrm>
              <a:off x="3858" y="2121"/>
              <a:ext cx="9" cy="7"/>
            </a:xfrm>
            <a:prstGeom prst="rect">
              <a:avLst/>
            </a:prstGeom>
            <a:solidFill>
              <a:srgbClr val="C8D0D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4" name="Rectangle 381"/>
            <p:cNvSpPr>
              <a:spLocks noChangeArrowheads="1"/>
            </p:cNvSpPr>
            <p:nvPr/>
          </p:nvSpPr>
          <p:spPr bwMode="auto">
            <a:xfrm>
              <a:off x="3867" y="2121"/>
              <a:ext cx="14" cy="7"/>
            </a:xfrm>
            <a:prstGeom prst="rect">
              <a:avLst/>
            </a:prstGeom>
            <a:solidFill>
              <a:srgbClr val="C6CFD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5" name="Rectangle 382"/>
            <p:cNvSpPr>
              <a:spLocks noChangeArrowheads="1"/>
            </p:cNvSpPr>
            <p:nvPr/>
          </p:nvSpPr>
          <p:spPr bwMode="auto">
            <a:xfrm>
              <a:off x="3881" y="2121"/>
              <a:ext cx="10" cy="7"/>
            </a:xfrm>
            <a:prstGeom prst="rect">
              <a:avLst/>
            </a:prstGeom>
            <a:solidFill>
              <a:srgbClr val="C4CED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6" name="Rectangle 383"/>
            <p:cNvSpPr>
              <a:spLocks noChangeArrowheads="1"/>
            </p:cNvSpPr>
            <p:nvPr/>
          </p:nvSpPr>
          <p:spPr bwMode="auto">
            <a:xfrm>
              <a:off x="3891" y="2121"/>
              <a:ext cx="9" cy="7"/>
            </a:xfrm>
            <a:prstGeom prst="rect">
              <a:avLst/>
            </a:prstGeom>
            <a:solidFill>
              <a:srgbClr val="C3CCD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7" name="Rectangle 384"/>
            <p:cNvSpPr>
              <a:spLocks noChangeArrowheads="1"/>
            </p:cNvSpPr>
            <p:nvPr/>
          </p:nvSpPr>
          <p:spPr bwMode="auto">
            <a:xfrm>
              <a:off x="3900" y="2121"/>
              <a:ext cx="12" cy="7"/>
            </a:xfrm>
            <a:prstGeom prst="rect">
              <a:avLst/>
            </a:prstGeom>
            <a:solidFill>
              <a:srgbClr val="C1CBD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8" name="Rectangle 385"/>
            <p:cNvSpPr>
              <a:spLocks noChangeArrowheads="1"/>
            </p:cNvSpPr>
            <p:nvPr/>
          </p:nvSpPr>
          <p:spPr bwMode="auto">
            <a:xfrm>
              <a:off x="3912" y="2121"/>
              <a:ext cx="11" cy="7"/>
            </a:xfrm>
            <a:prstGeom prst="rect">
              <a:avLst/>
            </a:prstGeom>
            <a:solidFill>
              <a:srgbClr val="BFC9D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59" name="Rectangle 386"/>
            <p:cNvSpPr>
              <a:spLocks noChangeArrowheads="1"/>
            </p:cNvSpPr>
            <p:nvPr/>
          </p:nvSpPr>
          <p:spPr bwMode="auto">
            <a:xfrm>
              <a:off x="3923" y="2121"/>
              <a:ext cx="15" cy="7"/>
            </a:xfrm>
            <a:prstGeom prst="rect">
              <a:avLst/>
            </a:prstGeom>
            <a:solidFill>
              <a:srgbClr val="BDC8C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0" name="Rectangle 387"/>
            <p:cNvSpPr>
              <a:spLocks noChangeArrowheads="1"/>
            </p:cNvSpPr>
            <p:nvPr/>
          </p:nvSpPr>
          <p:spPr bwMode="auto">
            <a:xfrm>
              <a:off x="3938" y="2121"/>
              <a:ext cx="11" cy="7"/>
            </a:xfrm>
            <a:prstGeom prst="rect">
              <a:avLst/>
            </a:prstGeom>
            <a:solidFill>
              <a:srgbClr val="BBC6C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1" name="Rectangle 388"/>
            <p:cNvSpPr>
              <a:spLocks noChangeArrowheads="1"/>
            </p:cNvSpPr>
            <p:nvPr/>
          </p:nvSpPr>
          <p:spPr bwMode="auto">
            <a:xfrm>
              <a:off x="3949" y="2121"/>
              <a:ext cx="12" cy="7"/>
            </a:xfrm>
            <a:prstGeom prst="rect">
              <a:avLst/>
            </a:prstGeom>
            <a:solidFill>
              <a:srgbClr val="B9C4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2" name="Rectangle 389"/>
            <p:cNvSpPr>
              <a:spLocks noChangeArrowheads="1"/>
            </p:cNvSpPr>
            <p:nvPr/>
          </p:nvSpPr>
          <p:spPr bwMode="auto">
            <a:xfrm>
              <a:off x="3961" y="2121"/>
              <a:ext cx="14" cy="7"/>
            </a:xfrm>
            <a:prstGeom prst="rect">
              <a:avLst/>
            </a:prstGeom>
            <a:solidFill>
              <a:srgbClr val="B7C3C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3" name="Rectangle 390"/>
            <p:cNvSpPr>
              <a:spLocks noChangeArrowheads="1"/>
            </p:cNvSpPr>
            <p:nvPr/>
          </p:nvSpPr>
          <p:spPr bwMode="auto">
            <a:xfrm>
              <a:off x="3975" y="2121"/>
              <a:ext cx="12" cy="7"/>
            </a:xfrm>
            <a:prstGeom prst="rect">
              <a:avLst/>
            </a:prstGeom>
            <a:solidFill>
              <a:srgbClr val="B5C2C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4" name="Rectangle 391"/>
            <p:cNvSpPr>
              <a:spLocks noChangeArrowheads="1"/>
            </p:cNvSpPr>
            <p:nvPr/>
          </p:nvSpPr>
          <p:spPr bwMode="auto">
            <a:xfrm>
              <a:off x="3987" y="2121"/>
              <a:ext cx="11" cy="7"/>
            </a:xfrm>
            <a:prstGeom prst="rect">
              <a:avLst/>
            </a:prstGeom>
            <a:solidFill>
              <a:srgbClr val="B3C0C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5" name="Rectangle 392"/>
            <p:cNvSpPr>
              <a:spLocks noChangeArrowheads="1"/>
            </p:cNvSpPr>
            <p:nvPr/>
          </p:nvSpPr>
          <p:spPr bwMode="auto">
            <a:xfrm>
              <a:off x="3998" y="2121"/>
              <a:ext cx="17" cy="7"/>
            </a:xfrm>
            <a:prstGeom prst="rect">
              <a:avLst/>
            </a:prstGeom>
            <a:solidFill>
              <a:srgbClr val="B1BEC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6" name="Rectangle 393"/>
            <p:cNvSpPr>
              <a:spLocks noChangeArrowheads="1"/>
            </p:cNvSpPr>
            <p:nvPr/>
          </p:nvSpPr>
          <p:spPr bwMode="auto">
            <a:xfrm>
              <a:off x="4015" y="2121"/>
              <a:ext cx="11" cy="7"/>
            </a:xfrm>
            <a:prstGeom prst="rect">
              <a:avLst/>
            </a:prstGeom>
            <a:solidFill>
              <a:srgbClr val="AFBCC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7" name="Rectangle 394"/>
            <p:cNvSpPr>
              <a:spLocks noChangeArrowheads="1"/>
            </p:cNvSpPr>
            <p:nvPr/>
          </p:nvSpPr>
          <p:spPr bwMode="auto">
            <a:xfrm>
              <a:off x="4026" y="2121"/>
              <a:ext cx="17" cy="7"/>
            </a:xfrm>
            <a:prstGeom prst="rect">
              <a:avLst/>
            </a:prstGeom>
            <a:solidFill>
              <a:srgbClr val="ADBB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8" name="Rectangle 395"/>
            <p:cNvSpPr>
              <a:spLocks noChangeArrowheads="1"/>
            </p:cNvSpPr>
            <p:nvPr/>
          </p:nvSpPr>
          <p:spPr bwMode="auto">
            <a:xfrm>
              <a:off x="4043" y="2121"/>
              <a:ext cx="12" cy="7"/>
            </a:xfrm>
            <a:prstGeom prst="rect">
              <a:avLst/>
            </a:prstGeom>
            <a:solidFill>
              <a:srgbClr val="ABB9C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69" name="Rectangle 396"/>
            <p:cNvSpPr>
              <a:spLocks noChangeArrowheads="1"/>
            </p:cNvSpPr>
            <p:nvPr/>
          </p:nvSpPr>
          <p:spPr bwMode="auto">
            <a:xfrm>
              <a:off x="4055" y="2121"/>
              <a:ext cx="16" cy="7"/>
            </a:xfrm>
            <a:prstGeom prst="rect">
              <a:avLst/>
            </a:prstGeom>
            <a:solidFill>
              <a:srgbClr val="A9B8C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0" name="Rectangle 397"/>
            <p:cNvSpPr>
              <a:spLocks noChangeArrowheads="1"/>
            </p:cNvSpPr>
            <p:nvPr/>
          </p:nvSpPr>
          <p:spPr bwMode="auto">
            <a:xfrm>
              <a:off x="4071" y="2121"/>
              <a:ext cx="12" cy="7"/>
            </a:xfrm>
            <a:prstGeom prst="rect">
              <a:avLst/>
            </a:prstGeom>
            <a:solidFill>
              <a:srgbClr val="A7B6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1" name="Rectangle 398"/>
            <p:cNvSpPr>
              <a:spLocks noChangeArrowheads="1"/>
            </p:cNvSpPr>
            <p:nvPr/>
          </p:nvSpPr>
          <p:spPr bwMode="auto">
            <a:xfrm>
              <a:off x="4083" y="2121"/>
              <a:ext cx="16" cy="7"/>
            </a:xfrm>
            <a:prstGeom prst="rect">
              <a:avLst/>
            </a:prstGeom>
            <a:solidFill>
              <a:srgbClr val="A5B5B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2" name="Rectangle 399"/>
            <p:cNvSpPr>
              <a:spLocks noChangeArrowheads="1"/>
            </p:cNvSpPr>
            <p:nvPr/>
          </p:nvSpPr>
          <p:spPr bwMode="auto">
            <a:xfrm>
              <a:off x="4099" y="2121"/>
              <a:ext cx="18" cy="7"/>
            </a:xfrm>
            <a:prstGeom prst="rect">
              <a:avLst/>
            </a:prstGeom>
            <a:solidFill>
              <a:srgbClr val="A3B3B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3" name="Rectangle 400"/>
            <p:cNvSpPr>
              <a:spLocks noChangeArrowheads="1"/>
            </p:cNvSpPr>
            <p:nvPr/>
          </p:nvSpPr>
          <p:spPr bwMode="auto">
            <a:xfrm>
              <a:off x="4117" y="2121"/>
              <a:ext cx="17" cy="7"/>
            </a:xfrm>
            <a:prstGeom prst="rect">
              <a:avLst/>
            </a:prstGeom>
            <a:solidFill>
              <a:srgbClr val="A1B1B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4" name="Rectangle 401"/>
            <p:cNvSpPr>
              <a:spLocks noChangeArrowheads="1"/>
            </p:cNvSpPr>
            <p:nvPr/>
          </p:nvSpPr>
          <p:spPr bwMode="auto">
            <a:xfrm>
              <a:off x="4134" y="2121"/>
              <a:ext cx="12" cy="7"/>
            </a:xfrm>
            <a:prstGeom prst="rect">
              <a:avLst/>
            </a:prstGeom>
            <a:solidFill>
              <a:srgbClr val="9FB0B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5" name="Rectangle 402"/>
            <p:cNvSpPr>
              <a:spLocks noChangeArrowheads="1"/>
            </p:cNvSpPr>
            <p:nvPr/>
          </p:nvSpPr>
          <p:spPr bwMode="auto">
            <a:xfrm>
              <a:off x="4146" y="2121"/>
              <a:ext cx="18" cy="7"/>
            </a:xfrm>
            <a:prstGeom prst="rect">
              <a:avLst/>
            </a:prstGeom>
            <a:solidFill>
              <a:srgbClr val="9DAFB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6" name="Rectangle 403"/>
            <p:cNvSpPr>
              <a:spLocks noChangeArrowheads="1"/>
            </p:cNvSpPr>
            <p:nvPr/>
          </p:nvSpPr>
          <p:spPr bwMode="auto">
            <a:xfrm>
              <a:off x="4164" y="2121"/>
              <a:ext cx="26" cy="7"/>
            </a:xfrm>
            <a:prstGeom prst="rect">
              <a:avLst/>
            </a:prstGeom>
            <a:solidFill>
              <a:srgbClr val="9BADB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7" name="Rectangle 404"/>
            <p:cNvSpPr>
              <a:spLocks noChangeArrowheads="1"/>
            </p:cNvSpPr>
            <p:nvPr/>
          </p:nvSpPr>
          <p:spPr bwMode="auto">
            <a:xfrm>
              <a:off x="4190" y="2121"/>
              <a:ext cx="12" cy="7"/>
            </a:xfrm>
            <a:prstGeom prst="rect">
              <a:avLst/>
            </a:prstGeom>
            <a:solidFill>
              <a:srgbClr val="99ACB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8" name="Rectangle 405"/>
            <p:cNvSpPr>
              <a:spLocks noChangeArrowheads="1"/>
            </p:cNvSpPr>
            <p:nvPr/>
          </p:nvSpPr>
          <p:spPr bwMode="auto">
            <a:xfrm>
              <a:off x="4202" y="2121"/>
              <a:ext cx="19" cy="7"/>
            </a:xfrm>
            <a:prstGeom prst="rect">
              <a:avLst/>
            </a:prstGeom>
            <a:solidFill>
              <a:srgbClr val="98AAB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79" name="Rectangle 406"/>
            <p:cNvSpPr>
              <a:spLocks noChangeArrowheads="1"/>
            </p:cNvSpPr>
            <p:nvPr/>
          </p:nvSpPr>
          <p:spPr bwMode="auto">
            <a:xfrm>
              <a:off x="4221" y="2121"/>
              <a:ext cx="18" cy="7"/>
            </a:xfrm>
            <a:prstGeom prst="rect">
              <a:avLst/>
            </a:prstGeom>
            <a:solidFill>
              <a:srgbClr val="96A9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0" name="Rectangle 407"/>
            <p:cNvSpPr>
              <a:spLocks noChangeArrowheads="1"/>
            </p:cNvSpPr>
            <p:nvPr/>
          </p:nvSpPr>
          <p:spPr bwMode="auto">
            <a:xfrm>
              <a:off x="4239" y="2121"/>
              <a:ext cx="29" cy="7"/>
            </a:xfrm>
            <a:prstGeom prst="rect">
              <a:avLst/>
            </a:prstGeom>
            <a:solidFill>
              <a:srgbClr val="94A8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1" name="Rectangle 408"/>
            <p:cNvSpPr>
              <a:spLocks noChangeArrowheads="1"/>
            </p:cNvSpPr>
            <p:nvPr/>
          </p:nvSpPr>
          <p:spPr bwMode="auto">
            <a:xfrm>
              <a:off x="4268" y="2121"/>
              <a:ext cx="28" cy="7"/>
            </a:xfrm>
            <a:prstGeom prst="rect">
              <a:avLst/>
            </a:prstGeom>
            <a:solidFill>
              <a:srgbClr val="92A6B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2" name="Rectangle 409"/>
            <p:cNvSpPr>
              <a:spLocks noChangeArrowheads="1"/>
            </p:cNvSpPr>
            <p:nvPr/>
          </p:nvSpPr>
          <p:spPr bwMode="auto">
            <a:xfrm>
              <a:off x="4296" y="2121"/>
              <a:ext cx="37" cy="7"/>
            </a:xfrm>
            <a:prstGeom prst="rect">
              <a:avLst/>
            </a:prstGeom>
            <a:solidFill>
              <a:srgbClr val="90A5B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3" name="Rectangle 410"/>
            <p:cNvSpPr>
              <a:spLocks noChangeArrowheads="1"/>
            </p:cNvSpPr>
            <p:nvPr/>
          </p:nvSpPr>
          <p:spPr bwMode="auto">
            <a:xfrm>
              <a:off x="4333" y="2121"/>
              <a:ext cx="37" cy="7"/>
            </a:xfrm>
            <a:prstGeom prst="rect">
              <a:avLst/>
            </a:prstGeom>
            <a:solidFill>
              <a:srgbClr val="8EA3B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4" name="Rectangle 411"/>
            <p:cNvSpPr>
              <a:spLocks noChangeArrowheads="1"/>
            </p:cNvSpPr>
            <p:nvPr/>
          </p:nvSpPr>
          <p:spPr bwMode="auto">
            <a:xfrm>
              <a:off x="4370" y="2121"/>
              <a:ext cx="103" cy="7"/>
            </a:xfrm>
            <a:prstGeom prst="rect">
              <a:avLst/>
            </a:prstGeom>
            <a:solidFill>
              <a:srgbClr val="8CA2B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5" name="Rectangle 412"/>
            <p:cNvSpPr>
              <a:spLocks noChangeArrowheads="1"/>
            </p:cNvSpPr>
            <p:nvPr/>
          </p:nvSpPr>
          <p:spPr bwMode="auto">
            <a:xfrm>
              <a:off x="4473" y="2121"/>
              <a:ext cx="38" cy="7"/>
            </a:xfrm>
            <a:prstGeom prst="rect">
              <a:avLst/>
            </a:prstGeom>
            <a:solidFill>
              <a:srgbClr val="8EA3B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6" name="Rectangle 413"/>
            <p:cNvSpPr>
              <a:spLocks noChangeArrowheads="1"/>
            </p:cNvSpPr>
            <p:nvPr/>
          </p:nvSpPr>
          <p:spPr bwMode="auto">
            <a:xfrm>
              <a:off x="4511" y="2121"/>
              <a:ext cx="28" cy="7"/>
            </a:xfrm>
            <a:prstGeom prst="rect">
              <a:avLst/>
            </a:prstGeom>
            <a:solidFill>
              <a:srgbClr val="90A5B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7" name="Rectangle 414"/>
            <p:cNvSpPr>
              <a:spLocks noChangeArrowheads="1"/>
            </p:cNvSpPr>
            <p:nvPr/>
          </p:nvSpPr>
          <p:spPr bwMode="auto">
            <a:xfrm>
              <a:off x="4539" y="2121"/>
              <a:ext cx="28" cy="7"/>
            </a:xfrm>
            <a:prstGeom prst="rect">
              <a:avLst/>
            </a:prstGeom>
            <a:solidFill>
              <a:srgbClr val="92A6B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8" name="Rectangle 415"/>
            <p:cNvSpPr>
              <a:spLocks noChangeArrowheads="1"/>
            </p:cNvSpPr>
            <p:nvPr/>
          </p:nvSpPr>
          <p:spPr bwMode="auto">
            <a:xfrm>
              <a:off x="4567" y="2121"/>
              <a:ext cx="28" cy="7"/>
            </a:xfrm>
            <a:prstGeom prst="rect">
              <a:avLst/>
            </a:prstGeom>
            <a:solidFill>
              <a:srgbClr val="94A7B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89" name="Rectangle 416"/>
            <p:cNvSpPr>
              <a:spLocks noChangeArrowheads="1"/>
            </p:cNvSpPr>
            <p:nvPr/>
          </p:nvSpPr>
          <p:spPr bwMode="auto">
            <a:xfrm>
              <a:off x="4595" y="2121"/>
              <a:ext cx="19" cy="7"/>
            </a:xfrm>
            <a:prstGeom prst="rect">
              <a:avLst/>
            </a:prstGeom>
            <a:solidFill>
              <a:srgbClr val="96A9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0" name="Rectangle 417"/>
            <p:cNvSpPr>
              <a:spLocks noChangeArrowheads="1"/>
            </p:cNvSpPr>
            <p:nvPr/>
          </p:nvSpPr>
          <p:spPr bwMode="auto">
            <a:xfrm>
              <a:off x="4614" y="2121"/>
              <a:ext cx="19" cy="7"/>
            </a:xfrm>
            <a:prstGeom prst="rect">
              <a:avLst/>
            </a:prstGeom>
            <a:solidFill>
              <a:srgbClr val="98AAB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1" name="Rectangle 418"/>
            <p:cNvSpPr>
              <a:spLocks noChangeArrowheads="1"/>
            </p:cNvSpPr>
            <p:nvPr/>
          </p:nvSpPr>
          <p:spPr bwMode="auto">
            <a:xfrm>
              <a:off x="4633" y="2121"/>
              <a:ext cx="18" cy="7"/>
            </a:xfrm>
            <a:prstGeom prst="rect">
              <a:avLst/>
            </a:prstGeom>
            <a:solidFill>
              <a:srgbClr val="99ACB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2" name="Rectangle 419"/>
            <p:cNvSpPr>
              <a:spLocks noChangeArrowheads="1"/>
            </p:cNvSpPr>
            <p:nvPr/>
          </p:nvSpPr>
          <p:spPr bwMode="auto">
            <a:xfrm>
              <a:off x="4651" y="2121"/>
              <a:ext cx="19" cy="7"/>
            </a:xfrm>
            <a:prstGeom prst="rect">
              <a:avLst/>
            </a:prstGeom>
            <a:solidFill>
              <a:srgbClr val="9BADB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3" name="Rectangle 420"/>
            <p:cNvSpPr>
              <a:spLocks noChangeArrowheads="1"/>
            </p:cNvSpPr>
            <p:nvPr/>
          </p:nvSpPr>
          <p:spPr bwMode="auto">
            <a:xfrm>
              <a:off x="4670" y="2121"/>
              <a:ext cx="16" cy="7"/>
            </a:xfrm>
            <a:prstGeom prst="rect">
              <a:avLst/>
            </a:prstGeom>
            <a:solidFill>
              <a:srgbClr val="9DAFB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4" name="Rectangle 421"/>
            <p:cNvSpPr>
              <a:spLocks noChangeArrowheads="1"/>
            </p:cNvSpPr>
            <p:nvPr/>
          </p:nvSpPr>
          <p:spPr bwMode="auto">
            <a:xfrm>
              <a:off x="4686" y="2121"/>
              <a:ext cx="12" cy="7"/>
            </a:xfrm>
            <a:prstGeom prst="rect">
              <a:avLst/>
            </a:prstGeom>
            <a:solidFill>
              <a:srgbClr val="9FB0B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5" name="Rectangle 422"/>
            <p:cNvSpPr>
              <a:spLocks noChangeArrowheads="1"/>
            </p:cNvSpPr>
            <p:nvPr/>
          </p:nvSpPr>
          <p:spPr bwMode="auto">
            <a:xfrm>
              <a:off x="4698" y="2121"/>
              <a:ext cx="19" cy="7"/>
            </a:xfrm>
            <a:prstGeom prst="rect">
              <a:avLst/>
            </a:prstGeom>
            <a:solidFill>
              <a:srgbClr val="A1B1B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6" name="Rectangle 423"/>
            <p:cNvSpPr>
              <a:spLocks noChangeArrowheads="1"/>
            </p:cNvSpPr>
            <p:nvPr/>
          </p:nvSpPr>
          <p:spPr bwMode="auto">
            <a:xfrm>
              <a:off x="4717" y="2121"/>
              <a:ext cx="19" cy="7"/>
            </a:xfrm>
            <a:prstGeom prst="rect">
              <a:avLst/>
            </a:prstGeom>
            <a:solidFill>
              <a:srgbClr val="A3B3B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7" name="Rectangle 424"/>
            <p:cNvSpPr>
              <a:spLocks noChangeArrowheads="1"/>
            </p:cNvSpPr>
            <p:nvPr/>
          </p:nvSpPr>
          <p:spPr bwMode="auto">
            <a:xfrm>
              <a:off x="4736" y="2121"/>
              <a:ext cx="11" cy="7"/>
            </a:xfrm>
            <a:prstGeom prst="rect">
              <a:avLst/>
            </a:prstGeom>
            <a:solidFill>
              <a:srgbClr val="A5B5B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8" name="Rectangle 425"/>
            <p:cNvSpPr>
              <a:spLocks noChangeArrowheads="1"/>
            </p:cNvSpPr>
            <p:nvPr/>
          </p:nvSpPr>
          <p:spPr bwMode="auto">
            <a:xfrm>
              <a:off x="4747" y="2121"/>
              <a:ext cx="17" cy="7"/>
            </a:xfrm>
            <a:prstGeom prst="rect">
              <a:avLst/>
            </a:prstGeom>
            <a:solidFill>
              <a:srgbClr val="A7B6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399" name="Rectangle 426"/>
            <p:cNvSpPr>
              <a:spLocks noChangeArrowheads="1"/>
            </p:cNvSpPr>
            <p:nvPr/>
          </p:nvSpPr>
          <p:spPr bwMode="auto">
            <a:xfrm>
              <a:off x="4764" y="2121"/>
              <a:ext cx="11" cy="7"/>
            </a:xfrm>
            <a:prstGeom prst="rect">
              <a:avLst/>
            </a:prstGeom>
            <a:solidFill>
              <a:srgbClr val="A9B8C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0" name="Rectangle 427"/>
            <p:cNvSpPr>
              <a:spLocks noChangeArrowheads="1"/>
            </p:cNvSpPr>
            <p:nvPr/>
          </p:nvSpPr>
          <p:spPr bwMode="auto">
            <a:xfrm>
              <a:off x="4775" y="2121"/>
              <a:ext cx="17" cy="7"/>
            </a:xfrm>
            <a:prstGeom prst="rect">
              <a:avLst/>
            </a:prstGeom>
            <a:solidFill>
              <a:srgbClr val="ABB9C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1" name="Rectangle 428"/>
            <p:cNvSpPr>
              <a:spLocks noChangeArrowheads="1"/>
            </p:cNvSpPr>
            <p:nvPr/>
          </p:nvSpPr>
          <p:spPr bwMode="auto">
            <a:xfrm>
              <a:off x="4792" y="2121"/>
              <a:ext cx="11" cy="7"/>
            </a:xfrm>
            <a:prstGeom prst="rect">
              <a:avLst/>
            </a:prstGeom>
            <a:solidFill>
              <a:srgbClr val="ADBB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2" name="Rectangle 429"/>
            <p:cNvSpPr>
              <a:spLocks noChangeArrowheads="1"/>
            </p:cNvSpPr>
            <p:nvPr/>
          </p:nvSpPr>
          <p:spPr bwMode="auto">
            <a:xfrm>
              <a:off x="4803" y="2121"/>
              <a:ext cx="17" cy="7"/>
            </a:xfrm>
            <a:prstGeom prst="rect">
              <a:avLst/>
            </a:prstGeom>
            <a:solidFill>
              <a:srgbClr val="AFBCC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3" name="Rectangle 430"/>
            <p:cNvSpPr>
              <a:spLocks noChangeArrowheads="1"/>
            </p:cNvSpPr>
            <p:nvPr/>
          </p:nvSpPr>
          <p:spPr bwMode="auto">
            <a:xfrm>
              <a:off x="4820" y="2121"/>
              <a:ext cx="11" cy="7"/>
            </a:xfrm>
            <a:prstGeom prst="rect">
              <a:avLst/>
            </a:prstGeom>
            <a:solidFill>
              <a:srgbClr val="B1BEC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4" name="Rectangle 431"/>
            <p:cNvSpPr>
              <a:spLocks noChangeArrowheads="1"/>
            </p:cNvSpPr>
            <p:nvPr/>
          </p:nvSpPr>
          <p:spPr bwMode="auto">
            <a:xfrm>
              <a:off x="4831" y="2121"/>
              <a:ext cx="15" cy="7"/>
            </a:xfrm>
            <a:prstGeom prst="rect">
              <a:avLst/>
            </a:prstGeom>
            <a:solidFill>
              <a:srgbClr val="B3C0C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5" name="Rectangle 432"/>
            <p:cNvSpPr>
              <a:spLocks noChangeArrowheads="1"/>
            </p:cNvSpPr>
            <p:nvPr/>
          </p:nvSpPr>
          <p:spPr bwMode="auto">
            <a:xfrm>
              <a:off x="4846" y="2121"/>
              <a:ext cx="11" cy="7"/>
            </a:xfrm>
            <a:prstGeom prst="rect">
              <a:avLst/>
            </a:prstGeom>
            <a:solidFill>
              <a:srgbClr val="B5C1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6" name="Rectangle 433"/>
            <p:cNvSpPr>
              <a:spLocks noChangeArrowheads="1"/>
            </p:cNvSpPr>
            <p:nvPr/>
          </p:nvSpPr>
          <p:spPr bwMode="auto">
            <a:xfrm>
              <a:off x="4857" y="2121"/>
              <a:ext cx="12" cy="7"/>
            </a:xfrm>
            <a:prstGeom prst="rect">
              <a:avLst/>
            </a:prstGeom>
            <a:solidFill>
              <a:srgbClr val="B7C3C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7" name="Rectangle 434"/>
            <p:cNvSpPr>
              <a:spLocks noChangeArrowheads="1"/>
            </p:cNvSpPr>
            <p:nvPr/>
          </p:nvSpPr>
          <p:spPr bwMode="auto">
            <a:xfrm>
              <a:off x="4869" y="2121"/>
              <a:ext cx="14" cy="7"/>
            </a:xfrm>
            <a:prstGeom prst="rect">
              <a:avLst/>
            </a:prstGeom>
            <a:solidFill>
              <a:srgbClr val="B9C4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8" name="Rectangle 435"/>
            <p:cNvSpPr>
              <a:spLocks noChangeArrowheads="1"/>
            </p:cNvSpPr>
            <p:nvPr/>
          </p:nvSpPr>
          <p:spPr bwMode="auto">
            <a:xfrm>
              <a:off x="4883" y="2121"/>
              <a:ext cx="11" cy="7"/>
            </a:xfrm>
            <a:prstGeom prst="rect">
              <a:avLst/>
            </a:prstGeom>
            <a:solidFill>
              <a:srgbClr val="BBC6C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09" name="Rectangle 436"/>
            <p:cNvSpPr>
              <a:spLocks noChangeArrowheads="1"/>
            </p:cNvSpPr>
            <p:nvPr/>
          </p:nvSpPr>
          <p:spPr bwMode="auto">
            <a:xfrm>
              <a:off x="4894" y="2121"/>
              <a:ext cx="12" cy="7"/>
            </a:xfrm>
            <a:prstGeom prst="rect">
              <a:avLst/>
            </a:prstGeom>
            <a:solidFill>
              <a:srgbClr val="BDC8C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10" name="Rectangle 437"/>
            <p:cNvSpPr>
              <a:spLocks noChangeArrowheads="1"/>
            </p:cNvSpPr>
            <p:nvPr/>
          </p:nvSpPr>
          <p:spPr bwMode="auto">
            <a:xfrm>
              <a:off x="4906" y="2121"/>
              <a:ext cx="14" cy="7"/>
            </a:xfrm>
            <a:prstGeom prst="rect">
              <a:avLst/>
            </a:prstGeom>
            <a:solidFill>
              <a:srgbClr val="BFC9D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11" name="Rectangle 438"/>
            <p:cNvSpPr>
              <a:spLocks noChangeArrowheads="1"/>
            </p:cNvSpPr>
            <p:nvPr/>
          </p:nvSpPr>
          <p:spPr bwMode="auto">
            <a:xfrm>
              <a:off x="4920" y="2121"/>
              <a:ext cx="10" cy="7"/>
            </a:xfrm>
            <a:prstGeom prst="rect">
              <a:avLst/>
            </a:prstGeom>
            <a:solidFill>
              <a:srgbClr val="C1CAD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12" name="Rectangle 439"/>
            <p:cNvSpPr>
              <a:spLocks noChangeArrowheads="1"/>
            </p:cNvSpPr>
            <p:nvPr/>
          </p:nvSpPr>
          <p:spPr bwMode="auto">
            <a:xfrm>
              <a:off x="4930" y="2121"/>
              <a:ext cx="9" cy="7"/>
            </a:xfrm>
            <a:prstGeom prst="rect">
              <a:avLst/>
            </a:prstGeom>
            <a:solidFill>
              <a:srgbClr val="C2CCD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13" name="Rectangle 440"/>
            <p:cNvSpPr>
              <a:spLocks noChangeArrowheads="1"/>
            </p:cNvSpPr>
            <p:nvPr/>
          </p:nvSpPr>
          <p:spPr bwMode="auto">
            <a:xfrm>
              <a:off x="4939" y="2121"/>
              <a:ext cx="12" cy="7"/>
            </a:xfrm>
            <a:prstGeom prst="rect">
              <a:avLst/>
            </a:prstGeom>
            <a:solidFill>
              <a:srgbClr val="C4CDD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14" name="Rectangle 441"/>
            <p:cNvSpPr>
              <a:spLocks noChangeArrowheads="1"/>
            </p:cNvSpPr>
            <p:nvPr/>
          </p:nvSpPr>
          <p:spPr bwMode="auto">
            <a:xfrm>
              <a:off x="4951" y="2121"/>
              <a:ext cx="12" cy="7"/>
            </a:xfrm>
            <a:prstGeom prst="rect">
              <a:avLst/>
            </a:prstGeom>
            <a:solidFill>
              <a:srgbClr val="C6CFD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15" name="Rectangle 442"/>
            <p:cNvSpPr>
              <a:spLocks noChangeArrowheads="1"/>
            </p:cNvSpPr>
            <p:nvPr/>
          </p:nvSpPr>
          <p:spPr bwMode="auto">
            <a:xfrm>
              <a:off x="4963" y="2121"/>
              <a:ext cx="9" cy="7"/>
            </a:xfrm>
            <a:prstGeom prst="rect">
              <a:avLst/>
            </a:prstGeom>
            <a:solidFill>
              <a:srgbClr val="C8D0D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16" name="Rectangle 443"/>
            <p:cNvSpPr>
              <a:spLocks noChangeArrowheads="1"/>
            </p:cNvSpPr>
            <p:nvPr/>
          </p:nvSpPr>
          <p:spPr bwMode="auto">
            <a:xfrm>
              <a:off x="4972" y="2121"/>
              <a:ext cx="9" cy="7"/>
            </a:xfrm>
            <a:prstGeom prst="rect">
              <a:avLst/>
            </a:prstGeom>
            <a:solidFill>
              <a:srgbClr val="C9D2D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17" name="Rectangle 444"/>
            <p:cNvSpPr>
              <a:spLocks noChangeArrowheads="1"/>
            </p:cNvSpPr>
            <p:nvPr/>
          </p:nvSpPr>
          <p:spPr bwMode="auto">
            <a:xfrm>
              <a:off x="4981" y="2121"/>
              <a:ext cx="16" cy="7"/>
            </a:xfrm>
            <a:prstGeom prst="rect">
              <a:avLst/>
            </a:prstGeom>
            <a:solidFill>
              <a:srgbClr val="CBD3D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18" name="Rectangle 445"/>
            <p:cNvSpPr>
              <a:spLocks noChangeArrowheads="1"/>
            </p:cNvSpPr>
            <p:nvPr/>
          </p:nvSpPr>
          <p:spPr bwMode="auto">
            <a:xfrm>
              <a:off x="4997" y="2121"/>
              <a:ext cx="12" cy="7"/>
            </a:xfrm>
            <a:prstGeom prst="rect">
              <a:avLst/>
            </a:prstGeom>
            <a:solidFill>
              <a:srgbClr val="CDD5D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</p:grpSp>
      <p:grpSp>
        <p:nvGrpSpPr>
          <p:cNvPr id="419" name="Group 742"/>
          <p:cNvGrpSpPr>
            <a:grpSpLocks/>
          </p:cNvGrpSpPr>
          <p:nvPr/>
        </p:nvGrpSpPr>
        <p:grpSpPr bwMode="auto">
          <a:xfrm>
            <a:off x="448182" y="3447711"/>
            <a:ext cx="4494936" cy="614212"/>
            <a:chOff x="3214" y="2121"/>
            <a:chExt cx="2397" cy="393"/>
          </a:xfrm>
        </p:grpSpPr>
        <p:sp>
          <p:nvSpPr>
            <p:cNvPr id="420" name="Rectangle 447"/>
            <p:cNvSpPr>
              <a:spLocks noChangeArrowheads="1"/>
            </p:cNvSpPr>
            <p:nvPr/>
          </p:nvSpPr>
          <p:spPr bwMode="auto">
            <a:xfrm>
              <a:off x="5009" y="2121"/>
              <a:ext cx="14" cy="7"/>
            </a:xfrm>
            <a:prstGeom prst="rect">
              <a:avLst/>
            </a:prstGeom>
            <a:solidFill>
              <a:srgbClr val="CFD6D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21" name="Rectangle 448"/>
            <p:cNvSpPr>
              <a:spLocks noChangeArrowheads="1"/>
            </p:cNvSpPr>
            <p:nvPr/>
          </p:nvSpPr>
          <p:spPr bwMode="auto">
            <a:xfrm>
              <a:off x="5023" y="2121"/>
              <a:ext cx="12" cy="7"/>
            </a:xfrm>
            <a:prstGeom prst="rect">
              <a:avLst/>
            </a:prstGeom>
            <a:solidFill>
              <a:srgbClr val="D1D8D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22" name="Rectangle 449"/>
            <p:cNvSpPr>
              <a:spLocks noChangeArrowheads="1"/>
            </p:cNvSpPr>
            <p:nvPr/>
          </p:nvSpPr>
          <p:spPr bwMode="auto">
            <a:xfrm>
              <a:off x="5035" y="2121"/>
              <a:ext cx="12" cy="7"/>
            </a:xfrm>
            <a:prstGeom prst="rect">
              <a:avLst/>
            </a:prstGeom>
            <a:solidFill>
              <a:srgbClr val="D3DAD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23" name="Rectangle 450"/>
            <p:cNvSpPr>
              <a:spLocks noChangeArrowheads="1"/>
            </p:cNvSpPr>
            <p:nvPr/>
          </p:nvSpPr>
          <p:spPr bwMode="auto">
            <a:xfrm>
              <a:off x="5047" y="2121"/>
              <a:ext cx="16" cy="7"/>
            </a:xfrm>
            <a:prstGeom prst="rect">
              <a:avLst/>
            </a:prstGeom>
            <a:solidFill>
              <a:srgbClr val="D5DBD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24" name="Rectangle 451"/>
            <p:cNvSpPr>
              <a:spLocks noChangeArrowheads="1"/>
            </p:cNvSpPr>
            <p:nvPr/>
          </p:nvSpPr>
          <p:spPr bwMode="auto">
            <a:xfrm>
              <a:off x="5063" y="2121"/>
              <a:ext cx="12" cy="7"/>
            </a:xfrm>
            <a:prstGeom prst="rect">
              <a:avLst/>
            </a:prstGeom>
            <a:solidFill>
              <a:srgbClr val="D7DDE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25" name="Rectangle 452"/>
            <p:cNvSpPr>
              <a:spLocks noChangeArrowheads="1"/>
            </p:cNvSpPr>
            <p:nvPr/>
          </p:nvSpPr>
          <p:spPr bwMode="auto">
            <a:xfrm>
              <a:off x="5075" y="2121"/>
              <a:ext cx="14" cy="7"/>
            </a:xfrm>
            <a:prstGeom prst="rect">
              <a:avLst/>
            </a:prstGeom>
            <a:solidFill>
              <a:srgbClr val="D9DEE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26" name="Rectangle 453"/>
            <p:cNvSpPr>
              <a:spLocks noChangeArrowheads="1"/>
            </p:cNvSpPr>
            <p:nvPr/>
          </p:nvSpPr>
          <p:spPr bwMode="auto">
            <a:xfrm>
              <a:off x="5089" y="2121"/>
              <a:ext cx="9" cy="7"/>
            </a:xfrm>
            <a:prstGeom prst="rect">
              <a:avLst/>
            </a:prstGeom>
            <a:solidFill>
              <a:srgbClr val="DAE0E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27" name="Rectangle 454"/>
            <p:cNvSpPr>
              <a:spLocks noChangeArrowheads="1"/>
            </p:cNvSpPr>
            <p:nvPr/>
          </p:nvSpPr>
          <p:spPr bwMode="auto">
            <a:xfrm>
              <a:off x="5098" y="2121"/>
              <a:ext cx="12" cy="7"/>
            </a:xfrm>
            <a:prstGeom prst="rect">
              <a:avLst/>
            </a:prstGeom>
            <a:solidFill>
              <a:srgbClr val="DCE1E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28" name="Rectangle 455"/>
            <p:cNvSpPr>
              <a:spLocks noChangeArrowheads="1"/>
            </p:cNvSpPr>
            <p:nvPr/>
          </p:nvSpPr>
          <p:spPr bwMode="auto">
            <a:xfrm>
              <a:off x="5110" y="2121"/>
              <a:ext cx="19" cy="7"/>
            </a:xfrm>
            <a:prstGeom prst="rect">
              <a:avLst/>
            </a:prstGeom>
            <a:solidFill>
              <a:srgbClr val="DEE3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29" name="Rectangle 456"/>
            <p:cNvSpPr>
              <a:spLocks noChangeArrowheads="1"/>
            </p:cNvSpPr>
            <p:nvPr/>
          </p:nvSpPr>
          <p:spPr bwMode="auto">
            <a:xfrm>
              <a:off x="5129" y="2121"/>
              <a:ext cx="16" cy="7"/>
            </a:xfrm>
            <a:prstGeom prst="rect">
              <a:avLst/>
            </a:prstGeom>
            <a:solidFill>
              <a:srgbClr val="E0E5E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0" name="Rectangle 457"/>
            <p:cNvSpPr>
              <a:spLocks noChangeArrowheads="1"/>
            </p:cNvSpPr>
            <p:nvPr/>
          </p:nvSpPr>
          <p:spPr bwMode="auto">
            <a:xfrm>
              <a:off x="5145" y="2121"/>
              <a:ext cx="12" cy="7"/>
            </a:xfrm>
            <a:prstGeom prst="rect">
              <a:avLst/>
            </a:prstGeom>
            <a:solidFill>
              <a:srgbClr val="E2E6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1" name="Rectangle 458"/>
            <p:cNvSpPr>
              <a:spLocks noChangeArrowheads="1"/>
            </p:cNvSpPr>
            <p:nvPr/>
          </p:nvSpPr>
          <p:spPr bwMode="auto">
            <a:xfrm>
              <a:off x="5157" y="2121"/>
              <a:ext cx="18" cy="7"/>
            </a:xfrm>
            <a:prstGeom prst="rect">
              <a:avLst/>
            </a:prstGeom>
            <a:solidFill>
              <a:srgbClr val="E4E8E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2" name="Rectangle 459"/>
            <p:cNvSpPr>
              <a:spLocks noChangeArrowheads="1"/>
            </p:cNvSpPr>
            <p:nvPr/>
          </p:nvSpPr>
          <p:spPr bwMode="auto">
            <a:xfrm>
              <a:off x="5175" y="2121"/>
              <a:ext cx="19" cy="7"/>
            </a:xfrm>
            <a:prstGeom prst="rect">
              <a:avLst/>
            </a:prstGeom>
            <a:solidFill>
              <a:srgbClr val="E6EAE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3" name="Rectangle 460"/>
            <p:cNvSpPr>
              <a:spLocks noChangeArrowheads="1"/>
            </p:cNvSpPr>
            <p:nvPr/>
          </p:nvSpPr>
          <p:spPr bwMode="auto">
            <a:xfrm>
              <a:off x="5194" y="2121"/>
              <a:ext cx="19" cy="7"/>
            </a:xfrm>
            <a:prstGeom prst="rect">
              <a:avLst/>
            </a:prstGeom>
            <a:solidFill>
              <a:srgbClr val="E8EBE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4" name="Rectangle 461"/>
            <p:cNvSpPr>
              <a:spLocks noChangeArrowheads="1"/>
            </p:cNvSpPr>
            <p:nvPr/>
          </p:nvSpPr>
          <p:spPr bwMode="auto">
            <a:xfrm>
              <a:off x="5213" y="2121"/>
              <a:ext cx="19" cy="7"/>
            </a:xfrm>
            <a:prstGeom prst="rect">
              <a:avLst/>
            </a:prstGeom>
            <a:solidFill>
              <a:srgbClr val="EAEDE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5" name="Rectangle 462"/>
            <p:cNvSpPr>
              <a:spLocks noChangeArrowheads="1"/>
            </p:cNvSpPr>
            <p:nvPr/>
          </p:nvSpPr>
          <p:spPr bwMode="auto">
            <a:xfrm>
              <a:off x="5232" y="2121"/>
              <a:ext cx="18" cy="7"/>
            </a:xfrm>
            <a:prstGeom prst="rect">
              <a:avLst/>
            </a:prstGeom>
            <a:solidFill>
              <a:srgbClr val="ECEFF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6" name="Rectangle 463"/>
            <p:cNvSpPr>
              <a:spLocks noChangeArrowheads="1"/>
            </p:cNvSpPr>
            <p:nvPr/>
          </p:nvSpPr>
          <p:spPr bwMode="auto">
            <a:xfrm>
              <a:off x="5250" y="2121"/>
              <a:ext cx="19" cy="7"/>
            </a:xfrm>
            <a:prstGeom prst="rect">
              <a:avLst/>
            </a:prstGeom>
            <a:solidFill>
              <a:srgbClr val="EEF0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7" name="Rectangle 464"/>
            <p:cNvSpPr>
              <a:spLocks noChangeArrowheads="1"/>
            </p:cNvSpPr>
            <p:nvPr/>
          </p:nvSpPr>
          <p:spPr bwMode="auto">
            <a:xfrm>
              <a:off x="5269" y="2121"/>
              <a:ext cx="19" cy="7"/>
            </a:xfrm>
            <a:prstGeom prst="rect">
              <a:avLst/>
            </a:prstGeom>
            <a:solidFill>
              <a:srgbClr val="EFF2F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8" name="Rectangle 465"/>
            <p:cNvSpPr>
              <a:spLocks noChangeArrowheads="1"/>
            </p:cNvSpPr>
            <p:nvPr/>
          </p:nvSpPr>
          <p:spPr bwMode="auto">
            <a:xfrm>
              <a:off x="5288" y="2121"/>
              <a:ext cx="18" cy="7"/>
            </a:xfrm>
            <a:prstGeom prst="rect">
              <a:avLst/>
            </a:prstGeom>
            <a:solidFill>
              <a:srgbClr val="F1F3F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39" name="Rectangle 466"/>
            <p:cNvSpPr>
              <a:spLocks noChangeArrowheads="1"/>
            </p:cNvSpPr>
            <p:nvPr/>
          </p:nvSpPr>
          <p:spPr bwMode="auto">
            <a:xfrm>
              <a:off x="5306" y="2121"/>
              <a:ext cx="19" cy="7"/>
            </a:xfrm>
            <a:prstGeom prst="rect">
              <a:avLst/>
            </a:prstGeom>
            <a:solidFill>
              <a:srgbClr val="F3F4F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0" name="Rectangle 467"/>
            <p:cNvSpPr>
              <a:spLocks noChangeArrowheads="1"/>
            </p:cNvSpPr>
            <p:nvPr/>
          </p:nvSpPr>
          <p:spPr bwMode="auto">
            <a:xfrm>
              <a:off x="5325" y="2121"/>
              <a:ext cx="19" cy="7"/>
            </a:xfrm>
            <a:prstGeom prst="rect">
              <a:avLst/>
            </a:prstGeom>
            <a:solidFill>
              <a:srgbClr val="F4F5F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1" name="Rectangle 468"/>
            <p:cNvSpPr>
              <a:spLocks noChangeArrowheads="1"/>
            </p:cNvSpPr>
            <p:nvPr/>
          </p:nvSpPr>
          <p:spPr bwMode="auto">
            <a:xfrm>
              <a:off x="5344" y="2121"/>
              <a:ext cx="28" cy="7"/>
            </a:xfrm>
            <a:prstGeom prst="rect">
              <a:avLst/>
            </a:prstGeom>
            <a:solidFill>
              <a:srgbClr val="F5F7F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2" name="Rectangle 469"/>
            <p:cNvSpPr>
              <a:spLocks noChangeArrowheads="1"/>
            </p:cNvSpPr>
            <p:nvPr/>
          </p:nvSpPr>
          <p:spPr bwMode="auto">
            <a:xfrm>
              <a:off x="5372" y="2121"/>
              <a:ext cx="37" cy="7"/>
            </a:xfrm>
            <a:prstGeom prst="rect">
              <a:avLst/>
            </a:prstGeom>
            <a:solidFill>
              <a:srgbClr val="F7F8F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3" name="Rectangle 470"/>
            <p:cNvSpPr>
              <a:spLocks noChangeArrowheads="1"/>
            </p:cNvSpPr>
            <p:nvPr/>
          </p:nvSpPr>
          <p:spPr bwMode="auto">
            <a:xfrm>
              <a:off x="5409" y="2121"/>
              <a:ext cx="38" cy="7"/>
            </a:xfrm>
            <a:prstGeom prst="rect">
              <a:avLst/>
            </a:prstGeom>
            <a:solidFill>
              <a:srgbClr val="F9FAF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4" name="Rectangle 471"/>
            <p:cNvSpPr>
              <a:spLocks noChangeArrowheads="1"/>
            </p:cNvSpPr>
            <p:nvPr/>
          </p:nvSpPr>
          <p:spPr bwMode="auto">
            <a:xfrm>
              <a:off x="5447" y="2121"/>
              <a:ext cx="46" cy="7"/>
            </a:xfrm>
            <a:prstGeom prst="rect">
              <a:avLst/>
            </a:prstGeom>
            <a:solidFill>
              <a:srgbClr val="FBFBF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5" name="Rectangle 472"/>
            <p:cNvSpPr>
              <a:spLocks noChangeArrowheads="1"/>
            </p:cNvSpPr>
            <p:nvPr/>
          </p:nvSpPr>
          <p:spPr bwMode="auto">
            <a:xfrm>
              <a:off x="5493" y="2121"/>
              <a:ext cx="48" cy="7"/>
            </a:xfrm>
            <a:prstGeom prst="rect">
              <a:avLst/>
            </a:prstGeom>
            <a:solidFill>
              <a:srgbClr val="FCFDF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6" name="Rectangle 473"/>
            <p:cNvSpPr>
              <a:spLocks noChangeArrowheads="1"/>
            </p:cNvSpPr>
            <p:nvPr/>
          </p:nvSpPr>
          <p:spPr bwMode="auto">
            <a:xfrm>
              <a:off x="5541" y="2121"/>
              <a:ext cx="70" cy="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7" name="Rectangle 474"/>
            <p:cNvSpPr>
              <a:spLocks noChangeArrowheads="1"/>
            </p:cNvSpPr>
            <p:nvPr/>
          </p:nvSpPr>
          <p:spPr bwMode="auto">
            <a:xfrm>
              <a:off x="3214" y="2284"/>
              <a:ext cx="71" cy="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8" name="Rectangle 475"/>
            <p:cNvSpPr>
              <a:spLocks noChangeArrowheads="1"/>
            </p:cNvSpPr>
            <p:nvPr/>
          </p:nvSpPr>
          <p:spPr bwMode="auto">
            <a:xfrm>
              <a:off x="3285" y="2284"/>
              <a:ext cx="47" cy="7"/>
            </a:xfrm>
            <a:prstGeom prst="rect">
              <a:avLst/>
            </a:prstGeom>
            <a:solidFill>
              <a:srgbClr val="FDFEF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49" name="Rectangle 476"/>
            <p:cNvSpPr>
              <a:spLocks noChangeArrowheads="1"/>
            </p:cNvSpPr>
            <p:nvPr/>
          </p:nvSpPr>
          <p:spPr bwMode="auto">
            <a:xfrm>
              <a:off x="3332" y="2284"/>
              <a:ext cx="46" cy="7"/>
            </a:xfrm>
            <a:prstGeom prst="rect">
              <a:avLst/>
            </a:prstGeom>
            <a:solidFill>
              <a:srgbClr val="FCFCF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0" name="Rectangle 477"/>
            <p:cNvSpPr>
              <a:spLocks noChangeArrowheads="1"/>
            </p:cNvSpPr>
            <p:nvPr/>
          </p:nvSpPr>
          <p:spPr bwMode="auto">
            <a:xfrm>
              <a:off x="3378" y="2284"/>
              <a:ext cx="38" cy="7"/>
            </a:xfrm>
            <a:prstGeom prst="rect">
              <a:avLst/>
            </a:prstGeom>
            <a:solidFill>
              <a:srgbClr val="FAFBF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1" name="Rectangle 478"/>
            <p:cNvSpPr>
              <a:spLocks noChangeArrowheads="1"/>
            </p:cNvSpPr>
            <p:nvPr/>
          </p:nvSpPr>
          <p:spPr bwMode="auto">
            <a:xfrm>
              <a:off x="3416" y="2284"/>
              <a:ext cx="37" cy="7"/>
            </a:xfrm>
            <a:prstGeom prst="rect">
              <a:avLst/>
            </a:prstGeom>
            <a:solidFill>
              <a:srgbClr val="F8F9F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2" name="Rectangle 479"/>
            <p:cNvSpPr>
              <a:spLocks noChangeArrowheads="1"/>
            </p:cNvSpPr>
            <p:nvPr/>
          </p:nvSpPr>
          <p:spPr bwMode="auto">
            <a:xfrm>
              <a:off x="3453" y="2284"/>
              <a:ext cx="28" cy="7"/>
            </a:xfrm>
            <a:prstGeom prst="rect">
              <a:avLst/>
            </a:prstGeom>
            <a:solidFill>
              <a:srgbClr val="F6F8F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3" name="Rectangle 480"/>
            <p:cNvSpPr>
              <a:spLocks noChangeArrowheads="1"/>
            </p:cNvSpPr>
            <p:nvPr/>
          </p:nvSpPr>
          <p:spPr bwMode="auto">
            <a:xfrm>
              <a:off x="3481" y="2284"/>
              <a:ext cx="19" cy="7"/>
            </a:xfrm>
            <a:prstGeom prst="rect">
              <a:avLst/>
            </a:prstGeom>
            <a:solidFill>
              <a:srgbClr val="F5F6F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4" name="Rectangle 481"/>
            <p:cNvSpPr>
              <a:spLocks noChangeArrowheads="1"/>
            </p:cNvSpPr>
            <p:nvPr/>
          </p:nvSpPr>
          <p:spPr bwMode="auto">
            <a:xfrm>
              <a:off x="3500" y="2284"/>
              <a:ext cx="28" cy="7"/>
            </a:xfrm>
            <a:prstGeom prst="rect">
              <a:avLst/>
            </a:prstGeom>
            <a:solidFill>
              <a:srgbClr val="F3F5F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5" name="Rectangle 482"/>
            <p:cNvSpPr>
              <a:spLocks noChangeArrowheads="1"/>
            </p:cNvSpPr>
            <p:nvPr/>
          </p:nvSpPr>
          <p:spPr bwMode="auto">
            <a:xfrm>
              <a:off x="3528" y="2284"/>
              <a:ext cx="19" cy="7"/>
            </a:xfrm>
            <a:prstGeom prst="rect">
              <a:avLst/>
            </a:prstGeom>
            <a:solidFill>
              <a:srgbClr val="F1F3F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6" name="Rectangle 483"/>
            <p:cNvSpPr>
              <a:spLocks noChangeArrowheads="1"/>
            </p:cNvSpPr>
            <p:nvPr/>
          </p:nvSpPr>
          <p:spPr bwMode="auto">
            <a:xfrm>
              <a:off x="3547" y="2284"/>
              <a:ext cx="18" cy="7"/>
            </a:xfrm>
            <a:prstGeom prst="rect">
              <a:avLst/>
            </a:prstGeom>
            <a:solidFill>
              <a:srgbClr val="EFF2F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7" name="Rectangle 484"/>
            <p:cNvSpPr>
              <a:spLocks noChangeArrowheads="1"/>
            </p:cNvSpPr>
            <p:nvPr/>
          </p:nvSpPr>
          <p:spPr bwMode="auto">
            <a:xfrm>
              <a:off x="3565" y="2284"/>
              <a:ext cx="19" cy="7"/>
            </a:xfrm>
            <a:prstGeom prst="rect">
              <a:avLst/>
            </a:prstGeom>
            <a:solidFill>
              <a:srgbClr val="EEF0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8" name="Rectangle 485"/>
            <p:cNvSpPr>
              <a:spLocks noChangeArrowheads="1"/>
            </p:cNvSpPr>
            <p:nvPr/>
          </p:nvSpPr>
          <p:spPr bwMode="auto">
            <a:xfrm>
              <a:off x="3584" y="2284"/>
              <a:ext cx="19" cy="7"/>
            </a:xfrm>
            <a:prstGeom prst="rect">
              <a:avLst/>
            </a:prstGeom>
            <a:solidFill>
              <a:srgbClr val="ECEFF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59" name="Rectangle 486"/>
            <p:cNvSpPr>
              <a:spLocks noChangeArrowheads="1"/>
            </p:cNvSpPr>
            <p:nvPr/>
          </p:nvSpPr>
          <p:spPr bwMode="auto">
            <a:xfrm>
              <a:off x="3603" y="2284"/>
              <a:ext cx="18" cy="7"/>
            </a:xfrm>
            <a:prstGeom prst="rect">
              <a:avLst/>
            </a:prstGeom>
            <a:solidFill>
              <a:srgbClr val="EAEDE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0" name="Rectangle 487"/>
            <p:cNvSpPr>
              <a:spLocks noChangeArrowheads="1"/>
            </p:cNvSpPr>
            <p:nvPr/>
          </p:nvSpPr>
          <p:spPr bwMode="auto">
            <a:xfrm>
              <a:off x="3621" y="2284"/>
              <a:ext cx="19" cy="7"/>
            </a:xfrm>
            <a:prstGeom prst="rect">
              <a:avLst/>
            </a:prstGeom>
            <a:solidFill>
              <a:srgbClr val="E8EBE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1" name="Rectangle 488"/>
            <p:cNvSpPr>
              <a:spLocks noChangeArrowheads="1"/>
            </p:cNvSpPr>
            <p:nvPr/>
          </p:nvSpPr>
          <p:spPr bwMode="auto">
            <a:xfrm>
              <a:off x="3640" y="2284"/>
              <a:ext cx="19" cy="7"/>
            </a:xfrm>
            <a:prstGeom prst="rect">
              <a:avLst/>
            </a:prstGeom>
            <a:solidFill>
              <a:srgbClr val="E6EAE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2" name="Rectangle 489"/>
            <p:cNvSpPr>
              <a:spLocks noChangeArrowheads="1"/>
            </p:cNvSpPr>
            <p:nvPr/>
          </p:nvSpPr>
          <p:spPr bwMode="auto">
            <a:xfrm>
              <a:off x="3659" y="2284"/>
              <a:ext cx="16" cy="7"/>
            </a:xfrm>
            <a:prstGeom prst="rect">
              <a:avLst/>
            </a:prstGeom>
            <a:solidFill>
              <a:srgbClr val="E4E8E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3" name="Rectangle 490"/>
            <p:cNvSpPr>
              <a:spLocks noChangeArrowheads="1"/>
            </p:cNvSpPr>
            <p:nvPr/>
          </p:nvSpPr>
          <p:spPr bwMode="auto">
            <a:xfrm>
              <a:off x="3675" y="2284"/>
              <a:ext cx="12" cy="7"/>
            </a:xfrm>
            <a:prstGeom prst="rect">
              <a:avLst/>
            </a:prstGeom>
            <a:solidFill>
              <a:srgbClr val="E2E7E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4" name="Rectangle 491"/>
            <p:cNvSpPr>
              <a:spLocks noChangeArrowheads="1"/>
            </p:cNvSpPr>
            <p:nvPr/>
          </p:nvSpPr>
          <p:spPr bwMode="auto">
            <a:xfrm>
              <a:off x="3687" y="2284"/>
              <a:ext cx="19" cy="7"/>
            </a:xfrm>
            <a:prstGeom prst="rect">
              <a:avLst/>
            </a:prstGeom>
            <a:solidFill>
              <a:srgbClr val="E0E5E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5" name="Rectangle 492"/>
            <p:cNvSpPr>
              <a:spLocks noChangeArrowheads="1"/>
            </p:cNvSpPr>
            <p:nvPr/>
          </p:nvSpPr>
          <p:spPr bwMode="auto">
            <a:xfrm>
              <a:off x="3706" y="2284"/>
              <a:ext cx="16" cy="7"/>
            </a:xfrm>
            <a:prstGeom prst="rect">
              <a:avLst/>
            </a:prstGeom>
            <a:solidFill>
              <a:srgbClr val="DEE3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6" name="Rectangle 493"/>
            <p:cNvSpPr>
              <a:spLocks noChangeArrowheads="1"/>
            </p:cNvSpPr>
            <p:nvPr/>
          </p:nvSpPr>
          <p:spPr bwMode="auto">
            <a:xfrm>
              <a:off x="3722" y="2284"/>
              <a:ext cx="9" cy="7"/>
            </a:xfrm>
            <a:prstGeom prst="rect">
              <a:avLst/>
            </a:prstGeom>
            <a:solidFill>
              <a:srgbClr val="DCE2E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7" name="Rectangle 494"/>
            <p:cNvSpPr>
              <a:spLocks noChangeArrowheads="1"/>
            </p:cNvSpPr>
            <p:nvPr/>
          </p:nvSpPr>
          <p:spPr bwMode="auto">
            <a:xfrm>
              <a:off x="3731" y="2284"/>
              <a:ext cx="12" cy="7"/>
            </a:xfrm>
            <a:prstGeom prst="rect">
              <a:avLst/>
            </a:prstGeom>
            <a:solidFill>
              <a:srgbClr val="DBE0E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8" name="Rectangle 495"/>
            <p:cNvSpPr>
              <a:spLocks noChangeArrowheads="1"/>
            </p:cNvSpPr>
            <p:nvPr/>
          </p:nvSpPr>
          <p:spPr bwMode="auto">
            <a:xfrm>
              <a:off x="3743" y="2284"/>
              <a:ext cx="12" cy="7"/>
            </a:xfrm>
            <a:prstGeom prst="rect">
              <a:avLst/>
            </a:prstGeom>
            <a:solidFill>
              <a:srgbClr val="D9DEE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69" name="Rectangle 496"/>
            <p:cNvSpPr>
              <a:spLocks noChangeArrowheads="1"/>
            </p:cNvSpPr>
            <p:nvPr/>
          </p:nvSpPr>
          <p:spPr bwMode="auto">
            <a:xfrm>
              <a:off x="3755" y="2284"/>
              <a:ext cx="16" cy="7"/>
            </a:xfrm>
            <a:prstGeom prst="rect">
              <a:avLst/>
            </a:prstGeom>
            <a:solidFill>
              <a:srgbClr val="D7DDE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0" name="Rectangle 497"/>
            <p:cNvSpPr>
              <a:spLocks noChangeArrowheads="1"/>
            </p:cNvSpPr>
            <p:nvPr/>
          </p:nvSpPr>
          <p:spPr bwMode="auto">
            <a:xfrm>
              <a:off x="3771" y="2284"/>
              <a:ext cx="12" cy="7"/>
            </a:xfrm>
            <a:prstGeom prst="rect">
              <a:avLst/>
            </a:prstGeom>
            <a:solidFill>
              <a:srgbClr val="D5DBD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1" name="Rectangle 498"/>
            <p:cNvSpPr>
              <a:spLocks noChangeArrowheads="1"/>
            </p:cNvSpPr>
            <p:nvPr/>
          </p:nvSpPr>
          <p:spPr bwMode="auto">
            <a:xfrm>
              <a:off x="3783" y="2284"/>
              <a:ext cx="14" cy="7"/>
            </a:xfrm>
            <a:prstGeom prst="rect">
              <a:avLst/>
            </a:prstGeom>
            <a:solidFill>
              <a:srgbClr val="D3DAD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2" name="Rectangle 499"/>
            <p:cNvSpPr>
              <a:spLocks noChangeArrowheads="1"/>
            </p:cNvSpPr>
            <p:nvPr/>
          </p:nvSpPr>
          <p:spPr bwMode="auto">
            <a:xfrm>
              <a:off x="3797" y="2284"/>
              <a:ext cx="12" cy="7"/>
            </a:xfrm>
            <a:prstGeom prst="rect">
              <a:avLst/>
            </a:prstGeom>
            <a:solidFill>
              <a:srgbClr val="D1D8D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3" name="Rectangle 500"/>
            <p:cNvSpPr>
              <a:spLocks noChangeArrowheads="1"/>
            </p:cNvSpPr>
            <p:nvPr/>
          </p:nvSpPr>
          <p:spPr bwMode="auto">
            <a:xfrm>
              <a:off x="3809" y="2284"/>
              <a:ext cx="11" cy="7"/>
            </a:xfrm>
            <a:prstGeom prst="rect">
              <a:avLst/>
            </a:prstGeom>
            <a:solidFill>
              <a:srgbClr val="CFD6D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4" name="Rectangle 501"/>
            <p:cNvSpPr>
              <a:spLocks noChangeArrowheads="1"/>
            </p:cNvSpPr>
            <p:nvPr/>
          </p:nvSpPr>
          <p:spPr bwMode="auto">
            <a:xfrm>
              <a:off x="3820" y="2284"/>
              <a:ext cx="17" cy="7"/>
            </a:xfrm>
            <a:prstGeom prst="rect">
              <a:avLst/>
            </a:prstGeom>
            <a:solidFill>
              <a:srgbClr val="CDD5D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5" name="Rectangle 502"/>
            <p:cNvSpPr>
              <a:spLocks noChangeArrowheads="1"/>
            </p:cNvSpPr>
            <p:nvPr/>
          </p:nvSpPr>
          <p:spPr bwMode="auto">
            <a:xfrm>
              <a:off x="3837" y="2284"/>
              <a:ext cx="11" cy="7"/>
            </a:xfrm>
            <a:prstGeom prst="rect">
              <a:avLst/>
            </a:prstGeom>
            <a:solidFill>
              <a:srgbClr val="CBD3D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6" name="Rectangle 503"/>
            <p:cNvSpPr>
              <a:spLocks noChangeArrowheads="1"/>
            </p:cNvSpPr>
            <p:nvPr/>
          </p:nvSpPr>
          <p:spPr bwMode="auto">
            <a:xfrm>
              <a:off x="3848" y="2284"/>
              <a:ext cx="10" cy="7"/>
            </a:xfrm>
            <a:prstGeom prst="rect">
              <a:avLst/>
            </a:prstGeom>
            <a:solidFill>
              <a:srgbClr val="C9D2D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7" name="Rectangle 504"/>
            <p:cNvSpPr>
              <a:spLocks noChangeArrowheads="1"/>
            </p:cNvSpPr>
            <p:nvPr/>
          </p:nvSpPr>
          <p:spPr bwMode="auto">
            <a:xfrm>
              <a:off x="3858" y="2284"/>
              <a:ext cx="9" cy="7"/>
            </a:xfrm>
            <a:prstGeom prst="rect">
              <a:avLst/>
            </a:prstGeom>
            <a:solidFill>
              <a:srgbClr val="C8D0D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8" name="Rectangle 505"/>
            <p:cNvSpPr>
              <a:spLocks noChangeArrowheads="1"/>
            </p:cNvSpPr>
            <p:nvPr/>
          </p:nvSpPr>
          <p:spPr bwMode="auto">
            <a:xfrm>
              <a:off x="3867" y="2284"/>
              <a:ext cx="14" cy="7"/>
            </a:xfrm>
            <a:prstGeom prst="rect">
              <a:avLst/>
            </a:prstGeom>
            <a:solidFill>
              <a:srgbClr val="C6CFD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79" name="Rectangle 506"/>
            <p:cNvSpPr>
              <a:spLocks noChangeArrowheads="1"/>
            </p:cNvSpPr>
            <p:nvPr/>
          </p:nvSpPr>
          <p:spPr bwMode="auto">
            <a:xfrm>
              <a:off x="3881" y="2284"/>
              <a:ext cx="10" cy="7"/>
            </a:xfrm>
            <a:prstGeom prst="rect">
              <a:avLst/>
            </a:prstGeom>
            <a:solidFill>
              <a:srgbClr val="C4CED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0" name="Rectangle 507"/>
            <p:cNvSpPr>
              <a:spLocks noChangeArrowheads="1"/>
            </p:cNvSpPr>
            <p:nvPr/>
          </p:nvSpPr>
          <p:spPr bwMode="auto">
            <a:xfrm>
              <a:off x="3891" y="2284"/>
              <a:ext cx="9" cy="7"/>
            </a:xfrm>
            <a:prstGeom prst="rect">
              <a:avLst/>
            </a:prstGeom>
            <a:solidFill>
              <a:srgbClr val="C3CCD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1" name="Rectangle 508"/>
            <p:cNvSpPr>
              <a:spLocks noChangeArrowheads="1"/>
            </p:cNvSpPr>
            <p:nvPr/>
          </p:nvSpPr>
          <p:spPr bwMode="auto">
            <a:xfrm>
              <a:off x="3900" y="2284"/>
              <a:ext cx="12" cy="7"/>
            </a:xfrm>
            <a:prstGeom prst="rect">
              <a:avLst/>
            </a:prstGeom>
            <a:solidFill>
              <a:srgbClr val="C1CBD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2" name="Rectangle 509"/>
            <p:cNvSpPr>
              <a:spLocks noChangeArrowheads="1"/>
            </p:cNvSpPr>
            <p:nvPr/>
          </p:nvSpPr>
          <p:spPr bwMode="auto">
            <a:xfrm>
              <a:off x="3912" y="2284"/>
              <a:ext cx="11" cy="7"/>
            </a:xfrm>
            <a:prstGeom prst="rect">
              <a:avLst/>
            </a:prstGeom>
            <a:solidFill>
              <a:srgbClr val="BFC9D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3" name="Rectangle 510"/>
            <p:cNvSpPr>
              <a:spLocks noChangeArrowheads="1"/>
            </p:cNvSpPr>
            <p:nvPr/>
          </p:nvSpPr>
          <p:spPr bwMode="auto">
            <a:xfrm>
              <a:off x="3923" y="2284"/>
              <a:ext cx="15" cy="7"/>
            </a:xfrm>
            <a:prstGeom prst="rect">
              <a:avLst/>
            </a:prstGeom>
            <a:solidFill>
              <a:srgbClr val="BDC8C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4" name="Rectangle 511"/>
            <p:cNvSpPr>
              <a:spLocks noChangeArrowheads="1"/>
            </p:cNvSpPr>
            <p:nvPr/>
          </p:nvSpPr>
          <p:spPr bwMode="auto">
            <a:xfrm>
              <a:off x="3938" y="2284"/>
              <a:ext cx="11" cy="7"/>
            </a:xfrm>
            <a:prstGeom prst="rect">
              <a:avLst/>
            </a:prstGeom>
            <a:solidFill>
              <a:srgbClr val="BBC6C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5" name="Rectangle 512"/>
            <p:cNvSpPr>
              <a:spLocks noChangeArrowheads="1"/>
            </p:cNvSpPr>
            <p:nvPr/>
          </p:nvSpPr>
          <p:spPr bwMode="auto">
            <a:xfrm>
              <a:off x="3949" y="2284"/>
              <a:ext cx="12" cy="7"/>
            </a:xfrm>
            <a:prstGeom prst="rect">
              <a:avLst/>
            </a:prstGeom>
            <a:solidFill>
              <a:srgbClr val="B9C4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6" name="Rectangle 513"/>
            <p:cNvSpPr>
              <a:spLocks noChangeArrowheads="1"/>
            </p:cNvSpPr>
            <p:nvPr/>
          </p:nvSpPr>
          <p:spPr bwMode="auto">
            <a:xfrm>
              <a:off x="3961" y="2284"/>
              <a:ext cx="14" cy="7"/>
            </a:xfrm>
            <a:prstGeom prst="rect">
              <a:avLst/>
            </a:prstGeom>
            <a:solidFill>
              <a:srgbClr val="B7C3C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7" name="Rectangle 514"/>
            <p:cNvSpPr>
              <a:spLocks noChangeArrowheads="1"/>
            </p:cNvSpPr>
            <p:nvPr/>
          </p:nvSpPr>
          <p:spPr bwMode="auto">
            <a:xfrm>
              <a:off x="3975" y="2284"/>
              <a:ext cx="12" cy="7"/>
            </a:xfrm>
            <a:prstGeom prst="rect">
              <a:avLst/>
            </a:prstGeom>
            <a:solidFill>
              <a:srgbClr val="B5C2C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8" name="Rectangle 515"/>
            <p:cNvSpPr>
              <a:spLocks noChangeArrowheads="1"/>
            </p:cNvSpPr>
            <p:nvPr/>
          </p:nvSpPr>
          <p:spPr bwMode="auto">
            <a:xfrm>
              <a:off x="3987" y="2284"/>
              <a:ext cx="11" cy="7"/>
            </a:xfrm>
            <a:prstGeom prst="rect">
              <a:avLst/>
            </a:prstGeom>
            <a:solidFill>
              <a:srgbClr val="B3C0C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89" name="Rectangle 516"/>
            <p:cNvSpPr>
              <a:spLocks noChangeArrowheads="1"/>
            </p:cNvSpPr>
            <p:nvPr/>
          </p:nvSpPr>
          <p:spPr bwMode="auto">
            <a:xfrm>
              <a:off x="3998" y="2284"/>
              <a:ext cx="17" cy="7"/>
            </a:xfrm>
            <a:prstGeom prst="rect">
              <a:avLst/>
            </a:prstGeom>
            <a:solidFill>
              <a:srgbClr val="B1BEC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0" name="Rectangle 517"/>
            <p:cNvSpPr>
              <a:spLocks noChangeArrowheads="1"/>
            </p:cNvSpPr>
            <p:nvPr/>
          </p:nvSpPr>
          <p:spPr bwMode="auto">
            <a:xfrm>
              <a:off x="4015" y="2284"/>
              <a:ext cx="11" cy="7"/>
            </a:xfrm>
            <a:prstGeom prst="rect">
              <a:avLst/>
            </a:prstGeom>
            <a:solidFill>
              <a:srgbClr val="AFBCC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1" name="Rectangle 518"/>
            <p:cNvSpPr>
              <a:spLocks noChangeArrowheads="1"/>
            </p:cNvSpPr>
            <p:nvPr/>
          </p:nvSpPr>
          <p:spPr bwMode="auto">
            <a:xfrm>
              <a:off x="4026" y="2284"/>
              <a:ext cx="17" cy="7"/>
            </a:xfrm>
            <a:prstGeom prst="rect">
              <a:avLst/>
            </a:prstGeom>
            <a:solidFill>
              <a:srgbClr val="ADBB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2" name="Rectangle 519"/>
            <p:cNvSpPr>
              <a:spLocks noChangeArrowheads="1"/>
            </p:cNvSpPr>
            <p:nvPr/>
          </p:nvSpPr>
          <p:spPr bwMode="auto">
            <a:xfrm>
              <a:off x="4043" y="2284"/>
              <a:ext cx="12" cy="7"/>
            </a:xfrm>
            <a:prstGeom prst="rect">
              <a:avLst/>
            </a:prstGeom>
            <a:solidFill>
              <a:srgbClr val="ABB9C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3" name="Rectangle 520"/>
            <p:cNvSpPr>
              <a:spLocks noChangeArrowheads="1"/>
            </p:cNvSpPr>
            <p:nvPr/>
          </p:nvSpPr>
          <p:spPr bwMode="auto">
            <a:xfrm>
              <a:off x="4055" y="2284"/>
              <a:ext cx="16" cy="7"/>
            </a:xfrm>
            <a:prstGeom prst="rect">
              <a:avLst/>
            </a:prstGeom>
            <a:solidFill>
              <a:srgbClr val="A9B8C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4" name="Rectangle 521"/>
            <p:cNvSpPr>
              <a:spLocks noChangeArrowheads="1"/>
            </p:cNvSpPr>
            <p:nvPr/>
          </p:nvSpPr>
          <p:spPr bwMode="auto">
            <a:xfrm>
              <a:off x="4071" y="2284"/>
              <a:ext cx="12" cy="7"/>
            </a:xfrm>
            <a:prstGeom prst="rect">
              <a:avLst/>
            </a:prstGeom>
            <a:solidFill>
              <a:srgbClr val="A7B6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5" name="Rectangle 522"/>
            <p:cNvSpPr>
              <a:spLocks noChangeArrowheads="1"/>
            </p:cNvSpPr>
            <p:nvPr/>
          </p:nvSpPr>
          <p:spPr bwMode="auto">
            <a:xfrm>
              <a:off x="4083" y="2284"/>
              <a:ext cx="16" cy="7"/>
            </a:xfrm>
            <a:prstGeom prst="rect">
              <a:avLst/>
            </a:prstGeom>
            <a:solidFill>
              <a:srgbClr val="A5B5B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6" name="Rectangle 523"/>
            <p:cNvSpPr>
              <a:spLocks noChangeArrowheads="1"/>
            </p:cNvSpPr>
            <p:nvPr/>
          </p:nvSpPr>
          <p:spPr bwMode="auto">
            <a:xfrm>
              <a:off x="4099" y="2284"/>
              <a:ext cx="18" cy="7"/>
            </a:xfrm>
            <a:prstGeom prst="rect">
              <a:avLst/>
            </a:prstGeom>
            <a:solidFill>
              <a:srgbClr val="A3B3B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7" name="Rectangle 524"/>
            <p:cNvSpPr>
              <a:spLocks noChangeArrowheads="1"/>
            </p:cNvSpPr>
            <p:nvPr/>
          </p:nvSpPr>
          <p:spPr bwMode="auto">
            <a:xfrm>
              <a:off x="4117" y="2284"/>
              <a:ext cx="17" cy="7"/>
            </a:xfrm>
            <a:prstGeom prst="rect">
              <a:avLst/>
            </a:prstGeom>
            <a:solidFill>
              <a:srgbClr val="A1B1B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8" name="Rectangle 525"/>
            <p:cNvSpPr>
              <a:spLocks noChangeArrowheads="1"/>
            </p:cNvSpPr>
            <p:nvPr/>
          </p:nvSpPr>
          <p:spPr bwMode="auto">
            <a:xfrm>
              <a:off x="4134" y="2284"/>
              <a:ext cx="12" cy="7"/>
            </a:xfrm>
            <a:prstGeom prst="rect">
              <a:avLst/>
            </a:prstGeom>
            <a:solidFill>
              <a:srgbClr val="9FB0B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499" name="Rectangle 526"/>
            <p:cNvSpPr>
              <a:spLocks noChangeArrowheads="1"/>
            </p:cNvSpPr>
            <p:nvPr/>
          </p:nvSpPr>
          <p:spPr bwMode="auto">
            <a:xfrm>
              <a:off x="4146" y="2284"/>
              <a:ext cx="18" cy="7"/>
            </a:xfrm>
            <a:prstGeom prst="rect">
              <a:avLst/>
            </a:prstGeom>
            <a:solidFill>
              <a:srgbClr val="9DAFB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0" name="Rectangle 527"/>
            <p:cNvSpPr>
              <a:spLocks noChangeArrowheads="1"/>
            </p:cNvSpPr>
            <p:nvPr/>
          </p:nvSpPr>
          <p:spPr bwMode="auto">
            <a:xfrm>
              <a:off x="4164" y="2284"/>
              <a:ext cx="26" cy="7"/>
            </a:xfrm>
            <a:prstGeom prst="rect">
              <a:avLst/>
            </a:prstGeom>
            <a:solidFill>
              <a:srgbClr val="9BADB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1" name="Rectangle 528"/>
            <p:cNvSpPr>
              <a:spLocks noChangeArrowheads="1"/>
            </p:cNvSpPr>
            <p:nvPr/>
          </p:nvSpPr>
          <p:spPr bwMode="auto">
            <a:xfrm>
              <a:off x="4190" y="2284"/>
              <a:ext cx="12" cy="7"/>
            </a:xfrm>
            <a:prstGeom prst="rect">
              <a:avLst/>
            </a:prstGeom>
            <a:solidFill>
              <a:srgbClr val="99ACB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2" name="Rectangle 529"/>
            <p:cNvSpPr>
              <a:spLocks noChangeArrowheads="1"/>
            </p:cNvSpPr>
            <p:nvPr/>
          </p:nvSpPr>
          <p:spPr bwMode="auto">
            <a:xfrm>
              <a:off x="4202" y="2284"/>
              <a:ext cx="19" cy="7"/>
            </a:xfrm>
            <a:prstGeom prst="rect">
              <a:avLst/>
            </a:prstGeom>
            <a:solidFill>
              <a:srgbClr val="98AAB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3" name="Rectangle 530"/>
            <p:cNvSpPr>
              <a:spLocks noChangeArrowheads="1"/>
            </p:cNvSpPr>
            <p:nvPr/>
          </p:nvSpPr>
          <p:spPr bwMode="auto">
            <a:xfrm>
              <a:off x="4221" y="2284"/>
              <a:ext cx="18" cy="7"/>
            </a:xfrm>
            <a:prstGeom prst="rect">
              <a:avLst/>
            </a:prstGeom>
            <a:solidFill>
              <a:srgbClr val="96A9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4" name="Rectangle 531"/>
            <p:cNvSpPr>
              <a:spLocks noChangeArrowheads="1"/>
            </p:cNvSpPr>
            <p:nvPr/>
          </p:nvSpPr>
          <p:spPr bwMode="auto">
            <a:xfrm>
              <a:off x="4239" y="2284"/>
              <a:ext cx="29" cy="7"/>
            </a:xfrm>
            <a:prstGeom prst="rect">
              <a:avLst/>
            </a:prstGeom>
            <a:solidFill>
              <a:srgbClr val="94A8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5" name="Rectangle 532"/>
            <p:cNvSpPr>
              <a:spLocks noChangeArrowheads="1"/>
            </p:cNvSpPr>
            <p:nvPr/>
          </p:nvSpPr>
          <p:spPr bwMode="auto">
            <a:xfrm>
              <a:off x="4268" y="2284"/>
              <a:ext cx="28" cy="7"/>
            </a:xfrm>
            <a:prstGeom prst="rect">
              <a:avLst/>
            </a:prstGeom>
            <a:solidFill>
              <a:srgbClr val="92A6B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6" name="Rectangle 533"/>
            <p:cNvSpPr>
              <a:spLocks noChangeArrowheads="1"/>
            </p:cNvSpPr>
            <p:nvPr/>
          </p:nvSpPr>
          <p:spPr bwMode="auto">
            <a:xfrm>
              <a:off x="4296" y="2284"/>
              <a:ext cx="37" cy="7"/>
            </a:xfrm>
            <a:prstGeom prst="rect">
              <a:avLst/>
            </a:prstGeom>
            <a:solidFill>
              <a:srgbClr val="90A5B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7" name="Rectangle 534"/>
            <p:cNvSpPr>
              <a:spLocks noChangeArrowheads="1"/>
            </p:cNvSpPr>
            <p:nvPr/>
          </p:nvSpPr>
          <p:spPr bwMode="auto">
            <a:xfrm>
              <a:off x="4333" y="2284"/>
              <a:ext cx="37" cy="7"/>
            </a:xfrm>
            <a:prstGeom prst="rect">
              <a:avLst/>
            </a:prstGeom>
            <a:solidFill>
              <a:srgbClr val="8EA3B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8" name="Rectangle 535"/>
            <p:cNvSpPr>
              <a:spLocks noChangeArrowheads="1"/>
            </p:cNvSpPr>
            <p:nvPr/>
          </p:nvSpPr>
          <p:spPr bwMode="auto">
            <a:xfrm>
              <a:off x="4370" y="2284"/>
              <a:ext cx="103" cy="7"/>
            </a:xfrm>
            <a:prstGeom prst="rect">
              <a:avLst/>
            </a:prstGeom>
            <a:solidFill>
              <a:srgbClr val="8CA2B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09" name="Rectangle 536"/>
            <p:cNvSpPr>
              <a:spLocks noChangeArrowheads="1"/>
            </p:cNvSpPr>
            <p:nvPr/>
          </p:nvSpPr>
          <p:spPr bwMode="auto">
            <a:xfrm>
              <a:off x="4473" y="2284"/>
              <a:ext cx="38" cy="7"/>
            </a:xfrm>
            <a:prstGeom prst="rect">
              <a:avLst/>
            </a:prstGeom>
            <a:solidFill>
              <a:srgbClr val="8EA3B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0" name="Rectangle 537"/>
            <p:cNvSpPr>
              <a:spLocks noChangeArrowheads="1"/>
            </p:cNvSpPr>
            <p:nvPr/>
          </p:nvSpPr>
          <p:spPr bwMode="auto">
            <a:xfrm>
              <a:off x="4511" y="2284"/>
              <a:ext cx="28" cy="7"/>
            </a:xfrm>
            <a:prstGeom prst="rect">
              <a:avLst/>
            </a:prstGeom>
            <a:solidFill>
              <a:srgbClr val="90A5B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1" name="Rectangle 538"/>
            <p:cNvSpPr>
              <a:spLocks noChangeArrowheads="1"/>
            </p:cNvSpPr>
            <p:nvPr/>
          </p:nvSpPr>
          <p:spPr bwMode="auto">
            <a:xfrm>
              <a:off x="4539" y="2284"/>
              <a:ext cx="28" cy="7"/>
            </a:xfrm>
            <a:prstGeom prst="rect">
              <a:avLst/>
            </a:prstGeom>
            <a:solidFill>
              <a:srgbClr val="92A6B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2" name="Rectangle 539"/>
            <p:cNvSpPr>
              <a:spLocks noChangeArrowheads="1"/>
            </p:cNvSpPr>
            <p:nvPr/>
          </p:nvSpPr>
          <p:spPr bwMode="auto">
            <a:xfrm>
              <a:off x="4567" y="2284"/>
              <a:ext cx="28" cy="7"/>
            </a:xfrm>
            <a:prstGeom prst="rect">
              <a:avLst/>
            </a:prstGeom>
            <a:solidFill>
              <a:srgbClr val="94A7B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3" name="Rectangle 540"/>
            <p:cNvSpPr>
              <a:spLocks noChangeArrowheads="1"/>
            </p:cNvSpPr>
            <p:nvPr/>
          </p:nvSpPr>
          <p:spPr bwMode="auto">
            <a:xfrm>
              <a:off x="4595" y="2284"/>
              <a:ext cx="19" cy="7"/>
            </a:xfrm>
            <a:prstGeom prst="rect">
              <a:avLst/>
            </a:prstGeom>
            <a:solidFill>
              <a:srgbClr val="96A9B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4" name="Rectangle 541"/>
            <p:cNvSpPr>
              <a:spLocks noChangeArrowheads="1"/>
            </p:cNvSpPr>
            <p:nvPr/>
          </p:nvSpPr>
          <p:spPr bwMode="auto">
            <a:xfrm>
              <a:off x="4614" y="2284"/>
              <a:ext cx="19" cy="7"/>
            </a:xfrm>
            <a:prstGeom prst="rect">
              <a:avLst/>
            </a:prstGeom>
            <a:solidFill>
              <a:srgbClr val="98AAB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5" name="Rectangle 542"/>
            <p:cNvSpPr>
              <a:spLocks noChangeArrowheads="1"/>
            </p:cNvSpPr>
            <p:nvPr/>
          </p:nvSpPr>
          <p:spPr bwMode="auto">
            <a:xfrm>
              <a:off x="4633" y="2284"/>
              <a:ext cx="18" cy="7"/>
            </a:xfrm>
            <a:prstGeom prst="rect">
              <a:avLst/>
            </a:prstGeom>
            <a:solidFill>
              <a:srgbClr val="99ACB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6" name="Rectangle 543"/>
            <p:cNvSpPr>
              <a:spLocks noChangeArrowheads="1"/>
            </p:cNvSpPr>
            <p:nvPr/>
          </p:nvSpPr>
          <p:spPr bwMode="auto">
            <a:xfrm>
              <a:off x="4651" y="2284"/>
              <a:ext cx="19" cy="7"/>
            </a:xfrm>
            <a:prstGeom prst="rect">
              <a:avLst/>
            </a:prstGeom>
            <a:solidFill>
              <a:srgbClr val="9BADB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7" name="Rectangle 544"/>
            <p:cNvSpPr>
              <a:spLocks noChangeArrowheads="1"/>
            </p:cNvSpPr>
            <p:nvPr/>
          </p:nvSpPr>
          <p:spPr bwMode="auto">
            <a:xfrm>
              <a:off x="4670" y="2284"/>
              <a:ext cx="16" cy="7"/>
            </a:xfrm>
            <a:prstGeom prst="rect">
              <a:avLst/>
            </a:prstGeom>
            <a:solidFill>
              <a:srgbClr val="9DAFB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8" name="Rectangle 545"/>
            <p:cNvSpPr>
              <a:spLocks noChangeArrowheads="1"/>
            </p:cNvSpPr>
            <p:nvPr/>
          </p:nvSpPr>
          <p:spPr bwMode="auto">
            <a:xfrm>
              <a:off x="4686" y="2284"/>
              <a:ext cx="12" cy="7"/>
            </a:xfrm>
            <a:prstGeom prst="rect">
              <a:avLst/>
            </a:prstGeom>
            <a:solidFill>
              <a:srgbClr val="9FB0B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19" name="Rectangle 546"/>
            <p:cNvSpPr>
              <a:spLocks noChangeArrowheads="1"/>
            </p:cNvSpPr>
            <p:nvPr/>
          </p:nvSpPr>
          <p:spPr bwMode="auto">
            <a:xfrm>
              <a:off x="4698" y="2284"/>
              <a:ext cx="19" cy="7"/>
            </a:xfrm>
            <a:prstGeom prst="rect">
              <a:avLst/>
            </a:prstGeom>
            <a:solidFill>
              <a:srgbClr val="A1B1B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0" name="Rectangle 547"/>
            <p:cNvSpPr>
              <a:spLocks noChangeArrowheads="1"/>
            </p:cNvSpPr>
            <p:nvPr/>
          </p:nvSpPr>
          <p:spPr bwMode="auto">
            <a:xfrm>
              <a:off x="4717" y="2284"/>
              <a:ext cx="19" cy="7"/>
            </a:xfrm>
            <a:prstGeom prst="rect">
              <a:avLst/>
            </a:prstGeom>
            <a:solidFill>
              <a:srgbClr val="A3B3B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1" name="Rectangle 548"/>
            <p:cNvSpPr>
              <a:spLocks noChangeArrowheads="1"/>
            </p:cNvSpPr>
            <p:nvPr/>
          </p:nvSpPr>
          <p:spPr bwMode="auto">
            <a:xfrm>
              <a:off x="4736" y="2284"/>
              <a:ext cx="11" cy="7"/>
            </a:xfrm>
            <a:prstGeom prst="rect">
              <a:avLst/>
            </a:prstGeom>
            <a:solidFill>
              <a:srgbClr val="A5B5B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2" name="Rectangle 549"/>
            <p:cNvSpPr>
              <a:spLocks noChangeArrowheads="1"/>
            </p:cNvSpPr>
            <p:nvPr/>
          </p:nvSpPr>
          <p:spPr bwMode="auto">
            <a:xfrm>
              <a:off x="4747" y="2284"/>
              <a:ext cx="17" cy="7"/>
            </a:xfrm>
            <a:prstGeom prst="rect">
              <a:avLst/>
            </a:prstGeom>
            <a:solidFill>
              <a:srgbClr val="A7B6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3" name="Rectangle 550"/>
            <p:cNvSpPr>
              <a:spLocks noChangeArrowheads="1"/>
            </p:cNvSpPr>
            <p:nvPr/>
          </p:nvSpPr>
          <p:spPr bwMode="auto">
            <a:xfrm>
              <a:off x="4764" y="2284"/>
              <a:ext cx="11" cy="7"/>
            </a:xfrm>
            <a:prstGeom prst="rect">
              <a:avLst/>
            </a:prstGeom>
            <a:solidFill>
              <a:srgbClr val="A9B8C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4" name="Rectangle 551"/>
            <p:cNvSpPr>
              <a:spLocks noChangeArrowheads="1"/>
            </p:cNvSpPr>
            <p:nvPr/>
          </p:nvSpPr>
          <p:spPr bwMode="auto">
            <a:xfrm>
              <a:off x="4775" y="2284"/>
              <a:ext cx="17" cy="7"/>
            </a:xfrm>
            <a:prstGeom prst="rect">
              <a:avLst/>
            </a:prstGeom>
            <a:solidFill>
              <a:srgbClr val="ABB9C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5" name="Rectangle 552"/>
            <p:cNvSpPr>
              <a:spLocks noChangeArrowheads="1"/>
            </p:cNvSpPr>
            <p:nvPr/>
          </p:nvSpPr>
          <p:spPr bwMode="auto">
            <a:xfrm>
              <a:off x="4792" y="2284"/>
              <a:ext cx="11" cy="7"/>
            </a:xfrm>
            <a:prstGeom prst="rect">
              <a:avLst/>
            </a:prstGeom>
            <a:solidFill>
              <a:srgbClr val="ADBB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6" name="Rectangle 553"/>
            <p:cNvSpPr>
              <a:spLocks noChangeArrowheads="1"/>
            </p:cNvSpPr>
            <p:nvPr/>
          </p:nvSpPr>
          <p:spPr bwMode="auto">
            <a:xfrm>
              <a:off x="4803" y="2284"/>
              <a:ext cx="17" cy="7"/>
            </a:xfrm>
            <a:prstGeom prst="rect">
              <a:avLst/>
            </a:prstGeom>
            <a:solidFill>
              <a:srgbClr val="AFBCC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7" name="Rectangle 554"/>
            <p:cNvSpPr>
              <a:spLocks noChangeArrowheads="1"/>
            </p:cNvSpPr>
            <p:nvPr/>
          </p:nvSpPr>
          <p:spPr bwMode="auto">
            <a:xfrm>
              <a:off x="4820" y="2284"/>
              <a:ext cx="11" cy="7"/>
            </a:xfrm>
            <a:prstGeom prst="rect">
              <a:avLst/>
            </a:prstGeom>
            <a:solidFill>
              <a:srgbClr val="B1BEC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8" name="Rectangle 555"/>
            <p:cNvSpPr>
              <a:spLocks noChangeArrowheads="1"/>
            </p:cNvSpPr>
            <p:nvPr/>
          </p:nvSpPr>
          <p:spPr bwMode="auto">
            <a:xfrm>
              <a:off x="4831" y="2284"/>
              <a:ext cx="15" cy="7"/>
            </a:xfrm>
            <a:prstGeom prst="rect">
              <a:avLst/>
            </a:prstGeom>
            <a:solidFill>
              <a:srgbClr val="B3C0C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29" name="Rectangle 556"/>
            <p:cNvSpPr>
              <a:spLocks noChangeArrowheads="1"/>
            </p:cNvSpPr>
            <p:nvPr/>
          </p:nvSpPr>
          <p:spPr bwMode="auto">
            <a:xfrm>
              <a:off x="4846" y="2284"/>
              <a:ext cx="11" cy="7"/>
            </a:xfrm>
            <a:prstGeom prst="rect">
              <a:avLst/>
            </a:prstGeom>
            <a:solidFill>
              <a:srgbClr val="B5C1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0" name="Rectangle 557"/>
            <p:cNvSpPr>
              <a:spLocks noChangeArrowheads="1"/>
            </p:cNvSpPr>
            <p:nvPr/>
          </p:nvSpPr>
          <p:spPr bwMode="auto">
            <a:xfrm>
              <a:off x="4857" y="2284"/>
              <a:ext cx="12" cy="7"/>
            </a:xfrm>
            <a:prstGeom prst="rect">
              <a:avLst/>
            </a:prstGeom>
            <a:solidFill>
              <a:srgbClr val="B7C3C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1" name="Rectangle 558"/>
            <p:cNvSpPr>
              <a:spLocks noChangeArrowheads="1"/>
            </p:cNvSpPr>
            <p:nvPr/>
          </p:nvSpPr>
          <p:spPr bwMode="auto">
            <a:xfrm>
              <a:off x="4869" y="2284"/>
              <a:ext cx="14" cy="7"/>
            </a:xfrm>
            <a:prstGeom prst="rect">
              <a:avLst/>
            </a:prstGeom>
            <a:solidFill>
              <a:srgbClr val="B9C4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2" name="Rectangle 559"/>
            <p:cNvSpPr>
              <a:spLocks noChangeArrowheads="1"/>
            </p:cNvSpPr>
            <p:nvPr/>
          </p:nvSpPr>
          <p:spPr bwMode="auto">
            <a:xfrm>
              <a:off x="4883" y="2284"/>
              <a:ext cx="11" cy="7"/>
            </a:xfrm>
            <a:prstGeom prst="rect">
              <a:avLst/>
            </a:prstGeom>
            <a:solidFill>
              <a:srgbClr val="BBC6C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3" name="Rectangle 560"/>
            <p:cNvSpPr>
              <a:spLocks noChangeArrowheads="1"/>
            </p:cNvSpPr>
            <p:nvPr/>
          </p:nvSpPr>
          <p:spPr bwMode="auto">
            <a:xfrm>
              <a:off x="4894" y="2284"/>
              <a:ext cx="12" cy="7"/>
            </a:xfrm>
            <a:prstGeom prst="rect">
              <a:avLst/>
            </a:prstGeom>
            <a:solidFill>
              <a:srgbClr val="BDC8C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4" name="Rectangle 561"/>
            <p:cNvSpPr>
              <a:spLocks noChangeArrowheads="1"/>
            </p:cNvSpPr>
            <p:nvPr/>
          </p:nvSpPr>
          <p:spPr bwMode="auto">
            <a:xfrm>
              <a:off x="4906" y="2284"/>
              <a:ext cx="14" cy="7"/>
            </a:xfrm>
            <a:prstGeom prst="rect">
              <a:avLst/>
            </a:prstGeom>
            <a:solidFill>
              <a:srgbClr val="BFC9D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5" name="Rectangle 562"/>
            <p:cNvSpPr>
              <a:spLocks noChangeArrowheads="1"/>
            </p:cNvSpPr>
            <p:nvPr/>
          </p:nvSpPr>
          <p:spPr bwMode="auto">
            <a:xfrm>
              <a:off x="4920" y="2284"/>
              <a:ext cx="10" cy="7"/>
            </a:xfrm>
            <a:prstGeom prst="rect">
              <a:avLst/>
            </a:prstGeom>
            <a:solidFill>
              <a:srgbClr val="C1CAD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6" name="Rectangle 563"/>
            <p:cNvSpPr>
              <a:spLocks noChangeArrowheads="1"/>
            </p:cNvSpPr>
            <p:nvPr/>
          </p:nvSpPr>
          <p:spPr bwMode="auto">
            <a:xfrm>
              <a:off x="4930" y="2284"/>
              <a:ext cx="9" cy="7"/>
            </a:xfrm>
            <a:prstGeom prst="rect">
              <a:avLst/>
            </a:prstGeom>
            <a:solidFill>
              <a:srgbClr val="C2CCD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7" name="Rectangle 564"/>
            <p:cNvSpPr>
              <a:spLocks noChangeArrowheads="1"/>
            </p:cNvSpPr>
            <p:nvPr/>
          </p:nvSpPr>
          <p:spPr bwMode="auto">
            <a:xfrm>
              <a:off x="4939" y="2284"/>
              <a:ext cx="12" cy="7"/>
            </a:xfrm>
            <a:prstGeom prst="rect">
              <a:avLst/>
            </a:prstGeom>
            <a:solidFill>
              <a:srgbClr val="C4CDD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8" name="Rectangle 565"/>
            <p:cNvSpPr>
              <a:spLocks noChangeArrowheads="1"/>
            </p:cNvSpPr>
            <p:nvPr/>
          </p:nvSpPr>
          <p:spPr bwMode="auto">
            <a:xfrm>
              <a:off x="4951" y="2284"/>
              <a:ext cx="12" cy="7"/>
            </a:xfrm>
            <a:prstGeom prst="rect">
              <a:avLst/>
            </a:prstGeom>
            <a:solidFill>
              <a:srgbClr val="C6CFD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39" name="Rectangle 566"/>
            <p:cNvSpPr>
              <a:spLocks noChangeArrowheads="1"/>
            </p:cNvSpPr>
            <p:nvPr/>
          </p:nvSpPr>
          <p:spPr bwMode="auto">
            <a:xfrm>
              <a:off x="4963" y="2284"/>
              <a:ext cx="9" cy="7"/>
            </a:xfrm>
            <a:prstGeom prst="rect">
              <a:avLst/>
            </a:prstGeom>
            <a:solidFill>
              <a:srgbClr val="C8D0D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0" name="Rectangle 567"/>
            <p:cNvSpPr>
              <a:spLocks noChangeArrowheads="1"/>
            </p:cNvSpPr>
            <p:nvPr/>
          </p:nvSpPr>
          <p:spPr bwMode="auto">
            <a:xfrm>
              <a:off x="4972" y="2284"/>
              <a:ext cx="9" cy="7"/>
            </a:xfrm>
            <a:prstGeom prst="rect">
              <a:avLst/>
            </a:prstGeom>
            <a:solidFill>
              <a:srgbClr val="C9D2D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1" name="Rectangle 568"/>
            <p:cNvSpPr>
              <a:spLocks noChangeArrowheads="1"/>
            </p:cNvSpPr>
            <p:nvPr/>
          </p:nvSpPr>
          <p:spPr bwMode="auto">
            <a:xfrm>
              <a:off x="4981" y="2284"/>
              <a:ext cx="16" cy="7"/>
            </a:xfrm>
            <a:prstGeom prst="rect">
              <a:avLst/>
            </a:prstGeom>
            <a:solidFill>
              <a:srgbClr val="CBD3D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2" name="Rectangle 569"/>
            <p:cNvSpPr>
              <a:spLocks noChangeArrowheads="1"/>
            </p:cNvSpPr>
            <p:nvPr/>
          </p:nvSpPr>
          <p:spPr bwMode="auto">
            <a:xfrm>
              <a:off x="4997" y="2284"/>
              <a:ext cx="12" cy="7"/>
            </a:xfrm>
            <a:prstGeom prst="rect">
              <a:avLst/>
            </a:prstGeom>
            <a:solidFill>
              <a:srgbClr val="CDD5D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3" name="Rectangle 570"/>
            <p:cNvSpPr>
              <a:spLocks noChangeArrowheads="1"/>
            </p:cNvSpPr>
            <p:nvPr/>
          </p:nvSpPr>
          <p:spPr bwMode="auto">
            <a:xfrm>
              <a:off x="5009" y="2284"/>
              <a:ext cx="14" cy="7"/>
            </a:xfrm>
            <a:prstGeom prst="rect">
              <a:avLst/>
            </a:prstGeom>
            <a:solidFill>
              <a:srgbClr val="CFD6D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4" name="Rectangle 571"/>
            <p:cNvSpPr>
              <a:spLocks noChangeArrowheads="1"/>
            </p:cNvSpPr>
            <p:nvPr/>
          </p:nvSpPr>
          <p:spPr bwMode="auto">
            <a:xfrm>
              <a:off x="5023" y="2284"/>
              <a:ext cx="12" cy="7"/>
            </a:xfrm>
            <a:prstGeom prst="rect">
              <a:avLst/>
            </a:prstGeom>
            <a:solidFill>
              <a:srgbClr val="D1D8D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5" name="Rectangle 572"/>
            <p:cNvSpPr>
              <a:spLocks noChangeArrowheads="1"/>
            </p:cNvSpPr>
            <p:nvPr/>
          </p:nvSpPr>
          <p:spPr bwMode="auto">
            <a:xfrm>
              <a:off x="5035" y="2284"/>
              <a:ext cx="12" cy="7"/>
            </a:xfrm>
            <a:prstGeom prst="rect">
              <a:avLst/>
            </a:prstGeom>
            <a:solidFill>
              <a:srgbClr val="D3DAD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6" name="Rectangle 573"/>
            <p:cNvSpPr>
              <a:spLocks noChangeArrowheads="1"/>
            </p:cNvSpPr>
            <p:nvPr/>
          </p:nvSpPr>
          <p:spPr bwMode="auto">
            <a:xfrm>
              <a:off x="5047" y="2284"/>
              <a:ext cx="16" cy="7"/>
            </a:xfrm>
            <a:prstGeom prst="rect">
              <a:avLst/>
            </a:prstGeom>
            <a:solidFill>
              <a:srgbClr val="D5DBD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7" name="Rectangle 574"/>
            <p:cNvSpPr>
              <a:spLocks noChangeArrowheads="1"/>
            </p:cNvSpPr>
            <p:nvPr/>
          </p:nvSpPr>
          <p:spPr bwMode="auto">
            <a:xfrm>
              <a:off x="5063" y="2284"/>
              <a:ext cx="12" cy="7"/>
            </a:xfrm>
            <a:prstGeom prst="rect">
              <a:avLst/>
            </a:prstGeom>
            <a:solidFill>
              <a:srgbClr val="D7DDE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8" name="Rectangle 575"/>
            <p:cNvSpPr>
              <a:spLocks noChangeArrowheads="1"/>
            </p:cNvSpPr>
            <p:nvPr/>
          </p:nvSpPr>
          <p:spPr bwMode="auto">
            <a:xfrm>
              <a:off x="5075" y="2284"/>
              <a:ext cx="14" cy="7"/>
            </a:xfrm>
            <a:prstGeom prst="rect">
              <a:avLst/>
            </a:prstGeom>
            <a:solidFill>
              <a:srgbClr val="D9DEE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49" name="Rectangle 576"/>
            <p:cNvSpPr>
              <a:spLocks noChangeArrowheads="1"/>
            </p:cNvSpPr>
            <p:nvPr/>
          </p:nvSpPr>
          <p:spPr bwMode="auto">
            <a:xfrm>
              <a:off x="5089" y="2284"/>
              <a:ext cx="9" cy="7"/>
            </a:xfrm>
            <a:prstGeom prst="rect">
              <a:avLst/>
            </a:prstGeom>
            <a:solidFill>
              <a:srgbClr val="DAE0E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0" name="Rectangle 577"/>
            <p:cNvSpPr>
              <a:spLocks noChangeArrowheads="1"/>
            </p:cNvSpPr>
            <p:nvPr/>
          </p:nvSpPr>
          <p:spPr bwMode="auto">
            <a:xfrm>
              <a:off x="5098" y="2284"/>
              <a:ext cx="12" cy="7"/>
            </a:xfrm>
            <a:prstGeom prst="rect">
              <a:avLst/>
            </a:prstGeom>
            <a:solidFill>
              <a:srgbClr val="DCE1E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1" name="Rectangle 578"/>
            <p:cNvSpPr>
              <a:spLocks noChangeArrowheads="1"/>
            </p:cNvSpPr>
            <p:nvPr/>
          </p:nvSpPr>
          <p:spPr bwMode="auto">
            <a:xfrm>
              <a:off x="5110" y="2284"/>
              <a:ext cx="19" cy="7"/>
            </a:xfrm>
            <a:prstGeom prst="rect">
              <a:avLst/>
            </a:prstGeom>
            <a:solidFill>
              <a:srgbClr val="DEE3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2" name="Rectangle 579"/>
            <p:cNvSpPr>
              <a:spLocks noChangeArrowheads="1"/>
            </p:cNvSpPr>
            <p:nvPr/>
          </p:nvSpPr>
          <p:spPr bwMode="auto">
            <a:xfrm>
              <a:off x="5129" y="2284"/>
              <a:ext cx="16" cy="7"/>
            </a:xfrm>
            <a:prstGeom prst="rect">
              <a:avLst/>
            </a:prstGeom>
            <a:solidFill>
              <a:srgbClr val="E0E5E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3" name="Rectangle 580"/>
            <p:cNvSpPr>
              <a:spLocks noChangeArrowheads="1"/>
            </p:cNvSpPr>
            <p:nvPr/>
          </p:nvSpPr>
          <p:spPr bwMode="auto">
            <a:xfrm>
              <a:off x="5145" y="2284"/>
              <a:ext cx="12" cy="7"/>
            </a:xfrm>
            <a:prstGeom prst="rect">
              <a:avLst/>
            </a:prstGeom>
            <a:solidFill>
              <a:srgbClr val="E2E6E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4" name="Rectangle 581"/>
            <p:cNvSpPr>
              <a:spLocks noChangeArrowheads="1"/>
            </p:cNvSpPr>
            <p:nvPr/>
          </p:nvSpPr>
          <p:spPr bwMode="auto">
            <a:xfrm>
              <a:off x="5157" y="2284"/>
              <a:ext cx="18" cy="7"/>
            </a:xfrm>
            <a:prstGeom prst="rect">
              <a:avLst/>
            </a:prstGeom>
            <a:solidFill>
              <a:srgbClr val="E4E8E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5" name="Rectangle 582"/>
            <p:cNvSpPr>
              <a:spLocks noChangeArrowheads="1"/>
            </p:cNvSpPr>
            <p:nvPr/>
          </p:nvSpPr>
          <p:spPr bwMode="auto">
            <a:xfrm>
              <a:off x="5175" y="2284"/>
              <a:ext cx="19" cy="7"/>
            </a:xfrm>
            <a:prstGeom prst="rect">
              <a:avLst/>
            </a:prstGeom>
            <a:solidFill>
              <a:srgbClr val="E6EAE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6" name="Rectangle 583"/>
            <p:cNvSpPr>
              <a:spLocks noChangeArrowheads="1"/>
            </p:cNvSpPr>
            <p:nvPr/>
          </p:nvSpPr>
          <p:spPr bwMode="auto">
            <a:xfrm>
              <a:off x="5194" y="2284"/>
              <a:ext cx="19" cy="7"/>
            </a:xfrm>
            <a:prstGeom prst="rect">
              <a:avLst/>
            </a:prstGeom>
            <a:solidFill>
              <a:srgbClr val="E8EBE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7" name="Rectangle 584"/>
            <p:cNvSpPr>
              <a:spLocks noChangeArrowheads="1"/>
            </p:cNvSpPr>
            <p:nvPr/>
          </p:nvSpPr>
          <p:spPr bwMode="auto">
            <a:xfrm>
              <a:off x="5213" y="2284"/>
              <a:ext cx="19" cy="7"/>
            </a:xfrm>
            <a:prstGeom prst="rect">
              <a:avLst/>
            </a:prstGeom>
            <a:solidFill>
              <a:srgbClr val="EAEDE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8" name="Rectangle 585"/>
            <p:cNvSpPr>
              <a:spLocks noChangeArrowheads="1"/>
            </p:cNvSpPr>
            <p:nvPr/>
          </p:nvSpPr>
          <p:spPr bwMode="auto">
            <a:xfrm>
              <a:off x="5232" y="2284"/>
              <a:ext cx="18" cy="7"/>
            </a:xfrm>
            <a:prstGeom prst="rect">
              <a:avLst/>
            </a:prstGeom>
            <a:solidFill>
              <a:srgbClr val="ECEFF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59" name="Rectangle 586"/>
            <p:cNvSpPr>
              <a:spLocks noChangeArrowheads="1"/>
            </p:cNvSpPr>
            <p:nvPr/>
          </p:nvSpPr>
          <p:spPr bwMode="auto">
            <a:xfrm>
              <a:off x="5250" y="2284"/>
              <a:ext cx="19" cy="7"/>
            </a:xfrm>
            <a:prstGeom prst="rect">
              <a:avLst/>
            </a:prstGeom>
            <a:solidFill>
              <a:srgbClr val="EEF0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0" name="Rectangle 587"/>
            <p:cNvSpPr>
              <a:spLocks noChangeArrowheads="1"/>
            </p:cNvSpPr>
            <p:nvPr/>
          </p:nvSpPr>
          <p:spPr bwMode="auto">
            <a:xfrm>
              <a:off x="5269" y="2284"/>
              <a:ext cx="19" cy="7"/>
            </a:xfrm>
            <a:prstGeom prst="rect">
              <a:avLst/>
            </a:prstGeom>
            <a:solidFill>
              <a:srgbClr val="EFF2F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1" name="Rectangle 588"/>
            <p:cNvSpPr>
              <a:spLocks noChangeArrowheads="1"/>
            </p:cNvSpPr>
            <p:nvPr/>
          </p:nvSpPr>
          <p:spPr bwMode="auto">
            <a:xfrm>
              <a:off x="5288" y="2284"/>
              <a:ext cx="18" cy="7"/>
            </a:xfrm>
            <a:prstGeom prst="rect">
              <a:avLst/>
            </a:prstGeom>
            <a:solidFill>
              <a:srgbClr val="F1F3F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2" name="Rectangle 589"/>
            <p:cNvSpPr>
              <a:spLocks noChangeArrowheads="1"/>
            </p:cNvSpPr>
            <p:nvPr/>
          </p:nvSpPr>
          <p:spPr bwMode="auto">
            <a:xfrm>
              <a:off x="5306" y="2284"/>
              <a:ext cx="19" cy="7"/>
            </a:xfrm>
            <a:prstGeom prst="rect">
              <a:avLst/>
            </a:prstGeom>
            <a:solidFill>
              <a:srgbClr val="F3F4F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3" name="Rectangle 590"/>
            <p:cNvSpPr>
              <a:spLocks noChangeArrowheads="1"/>
            </p:cNvSpPr>
            <p:nvPr/>
          </p:nvSpPr>
          <p:spPr bwMode="auto">
            <a:xfrm>
              <a:off x="5325" y="2284"/>
              <a:ext cx="19" cy="7"/>
            </a:xfrm>
            <a:prstGeom prst="rect">
              <a:avLst/>
            </a:prstGeom>
            <a:solidFill>
              <a:srgbClr val="F4F5F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4" name="Rectangle 591"/>
            <p:cNvSpPr>
              <a:spLocks noChangeArrowheads="1"/>
            </p:cNvSpPr>
            <p:nvPr/>
          </p:nvSpPr>
          <p:spPr bwMode="auto">
            <a:xfrm>
              <a:off x="5344" y="2284"/>
              <a:ext cx="28" cy="7"/>
            </a:xfrm>
            <a:prstGeom prst="rect">
              <a:avLst/>
            </a:prstGeom>
            <a:solidFill>
              <a:srgbClr val="F5F7F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5" name="Rectangle 592"/>
            <p:cNvSpPr>
              <a:spLocks noChangeArrowheads="1"/>
            </p:cNvSpPr>
            <p:nvPr/>
          </p:nvSpPr>
          <p:spPr bwMode="auto">
            <a:xfrm>
              <a:off x="5372" y="2284"/>
              <a:ext cx="37" cy="7"/>
            </a:xfrm>
            <a:prstGeom prst="rect">
              <a:avLst/>
            </a:prstGeom>
            <a:solidFill>
              <a:srgbClr val="F7F8F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6" name="Rectangle 593"/>
            <p:cNvSpPr>
              <a:spLocks noChangeArrowheads="1"/>
            </p:cNvSpPr>
            <p:nvPr/>
          </p:nvSpPr>
          <p:spPr bwMode="auto">
            <a:xfrm>
              <a:off x="5409" y="2284"/>
              <a:ext cx="38" cy="7"/>
            </a:xfrm>
            <a:prstGeom prst="rect">
              <a:avLst/>
            </a:prstGeom>
            <a:solidFill>
              <a:srgbClr val="F9FAF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7" name="Rectangle 594"/>
            <p:cNvSpPr>
              <a:spLocks noChangeArrowheads="1"/>
            </p:cNvSpPr>
            <p:nvPr/>
          </p:nvSpPr>
          <p:spPr bwMode="auto">
            <a:xfrm>
              <a:off x="5447" y="2284"/>
              <a:ext cx="46" cy="7"/>
            </a:xfrm>
            <a:prstGeom prst="rect">
              <a:avLst/>
            </a:prstGeom>
            <a:solidFill>
              <a:srgbClr val="FBFBF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8" name="Rectangle 595"/>
            <p:cNvSpPr>
              <a:spLocks noChangeArrowheads="1"/>
            </p:cNvSpPr>
            <p:nvPr/>
          </p:nvSpPr>
          <p:spPr bwMode="auto">
            <a:xfrm>
              <a:off x="5493" y="2284"/>
              <a:ext cx="48" cy="7"/>
            </a:xfrm>
            <a:prstGeom prst="rect">
              <a:avLst/>
            </a:prstGeom>
            <a:solidFill>
              <a:srgbClr val="FCFDF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69" name="Rectangle 596"/>
            <p:cNvSpPr>
              <a:spLocks noChangeArrowheads="1"/>
            </p:cNvSpPr>
            <p:nvPr/>
          </p:nvSpPr>
          <p:spPr bwMode="auto">
            <a:xfrm>
              <a:off x="5541" y="2284"/>
              <a:ext cx="70" cy="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0" name="Rectangle 597"/>
            <p:cNvSpPr>
              <a:spLocks noChangeArrowheads="1"/>
            </p:cNvSpPr>
            <p:nvPr/>
          </p:nvSpPr>
          <p:spPr bwMode="auto">
            <a:xfrm>
              <a:off x="3214" y="2507"/>
              <a:ext cx="71" cy="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1" name="Rectangle 598"/>
            <p:cNvSpPr>
              <a:spLocks noChangeArrowheads="1"/>
            </p:cNvSpPr>
            <p:nvPr/>
          </p:nvSpPr>
          <p:spPr bwMode="auto">
            <a:xfrm>
              <a:off x="3285" y="2507"/>
              <a:ext cx="47" cy="7"/>
            </a:xfrm>
            <a:prstGeom prst="rect">
              <a:avLst/>
            </a:prstGeom>
            <a:solidFill>
              <a:srgbClr val="FDFEF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2" name="Rectangle 599"/>
            <p:cNvSpPr>
              <a:spLocks noChangeArrowheads="1"/>
            </p:cNvSpPr>
            <p:nvPr/>
          </p:nvSpPr>
          <p:spPr bwMode="auto">
            <a:xfrm>
              <a:off x="3332" y="2507"/>
              <a:ext cx="46" cy="7"/>
            </a:xfrm>
            <a:prstGeom prst="rect">
              <a:avLst/>
            </a:prstGeom>
            <a:solidFill>
              <a:srgbClr val="FCFCF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3" name="Rectangle 600"/>
            <p:cNvSpPr>
              <a:spLocks noChangeArrowheads="1"/>
            </p:cNvSpPr>
            <p:nvPr/>
          </p:nvSpPr>
          <p:spPr bwMode="auto">
            <a:xfrm>
              <a:off x="3378" y="2507"/>
              <a:ext cx="38" cy="7"/>
            </a:xfrm>
            <a:prstGeom prst="rect">
              <a:avLst/>
            </a:prstGeom>
            <a:solidFill>
              <a:srgbClr val="FAFBF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4" name="Rectangle 601"/>
            <p:cNvSpPr>
              <a:spLocks noChangeArrowheads="1"/>
            </p:cNvSpPr>
            <p:nvPr/>
          </p:nvSpPr>
          <p:spPr bwMode="auto">
            <a:xfrm>
              <a:off x="3416" y="2507"/>
              <a:ext cx="37" cy="7"/>
            </a:xfrm>
            <a:prstGeom prst="rect">
              <a:avLst/>
            </a:prstGeom>
            <a:solidFill>
              <a:srgbClr val="F8F9F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5" name="Rectangle 602"/>
            <p:cNvSpPr>
              <a:spLocks noChangeArrowheads="1"/>
            </p:cNvSpPr>
            <p:nvPr/>
          </p:nvSpPr>
          <p:spPr bwMode="auto">
            <a:xfrm>
              <a:off x="3453" y="2507"/>
              <a:ext cx="28" cy="7"/>
            </a:xfrm>
            <a:prstGeom prst="rect">
              <a:avLst/>
            </a:prstGeom>
            <a:solidFill>
              <a:srgbClr val="F6F8F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6" name="Rectangle 603"/>
            <p:cNvSpPr>
              <a:spLocks noChangeArrowheads="1"/>
            </p:cNvSpPr>
            <p:nvPr/>
          </p:nvSpPr>
          <p:spPr bwMode="auto">
            <a:xfrm>
              <a:off x="3481" y="2507"/>
              <a:ext cx="19" cy="7"/>
            </a:xfrm>
            <a:prstGeom prst="rect">
              <a:avLst/>
            </a:prstGeom>
            <a:solidFill>
              <a:srgbClr val="F5F6F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7" name="Rectangle 604"/>
            <p:cNvSpPr>
              <a:spLocks noChangeArrowheads="1"/>
            </p:cNvSpPr>
            <p:nvPr/>
          </p:nvSpPr>
          <p:spPr bwMode="auto">
            <a:xfrm>
              <a:off x="3500" y="2507"/>
              <a:ext cx="28" cy="7"/>
            </a:xfrm>
            <a:prstGeom prst="rect">
              <a:avLst/>
            </a:prstGeom>
            <a:solidFill>
              <a:srgbClr val="F3F5F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8" name="Rectangle 605"/>
            <p:cNvSpPr>
              <a:spLocks noChangeArrowheads="1"/>
            </p:cNvSpPr>
            <p:nvPr/>
          </p:nvSpPr>
          <p:spPr bwMode="auto">
            <a:xfrm>
              <a:off x="3528" y="2507"/>
              <a:ext cx="19" cy="7"/>
            </a:xfrm>
            <a:prstGeom prst="rect">
              <a:avLst/>
            </a:prstGeom>
            <a:solidFill>
              <a:srgbClr val="F1F3F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79" name="Rectangle 606"/>
            <p:cNvSpPr>
              <a:spLocks noChangeArrowheads="1"/>
            </p:cNvSpPr>
            <p:nvPr/>
          </p:nvSpPr>
          <p:spPr bwMode="auto">
            <a:xfrm>
              <a:off x="3547" y="2507"/>
              <a:ext cx="18" cy="7"/>
            </a:xfrm>
            <a:prstGeom prst="rect">
              <a:avLst/>
            </a:prstGeom>
            <a:solidFill>
              <a:srgbClr val="EFF2F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0" name="Rectangle 607"/>
            <p:cNvSpPr>
              <a:spLocks noChangeArrowheads="1"/>
            </p:cNvSpPr>
            <p:nvPr/>
          </p:nvSpPr>
          <p:spPr bwMode="auto">
            <a:xfrm>
              <a:off x="3565" y="2507"/>
              <a:ext cx="19" cy="7"/>
            </a:xfrm>
            <a:prstGeom prst="rect">
              <a:avLst/>
            </a:prstGeom>
            <a:solidFill>
              <a:srgbClr val="EEF0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1" name="Rectangle 608"/>
            <p:cNvSpPr>
              <a:spLocks noChangeArrowheads="1"/>
            </p:cNvSpPr>
            <p:nvPr/>
          </p:nvSpPr>
          <p:spPr bwMode="auto">
            <a:xfrm>
              <a:off x="3584" y="2507"/>
              <a:ext cx="19" cy="7"/>
            </a:xfrm>
            <a:prstGeom prst="rect">
              <a:avLst/>
            </a:prstGeom>
            <a:solidFill>
              <a:srgbClr val="ECEFF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2" name="Rectangle 609"/>
            <p:cNvSpPr>
              <a:spLocks noChangeArrowheads="1"/>
            </p:cNvSpPr>
            <p:nvPr/>
          </p:nvSpPr>
          <p:spPr bwMode="auto">
            <a:xfrm>
              <a:off x="3603" y="2507"/>
              <a:ext cx="18" cy="7"/>
            </a:xfrm>
            <a:prstGeom prst="rect">
              <a:avLst/>
            </a:prstGeom>
            <a:solidFill>
              <a:srgbClr val="EAEDE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3" name="Rectangle 610"/>
            <p:cNvSpPr>
              <a:spLocks noChangeArrowheads="1"/>
            </p:cNvSpPr>
            <p:nvPr/>
          </p:nvSpPr>
          <p:spPr bwMode="auto">
            <a:xfrm>
              <a:off x="3621" y="2507"/>
              <a:ext cx="19" cy="7"/>
            </a:xfrm>
            <a:prstGeom prst="rect">
              <a:avLst/>
            </a:prstGeom>
            <a:solidFill>
              <a:srgbClr val="E8EBE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4" name="Rectangle 611"/>
            <p:cNvSpPr>
              <a:spLocks noChangeArrowheads="1"/>
            </p:cNvSpPr>
            <p:nvPr/>
          </p:nvSpPr>
          <p:spPr bwMode="auto">
            <a:xfrm>
              <a:off x="3640" y="2507"/>
              <a:ext cx="19" cy="7"/>
            </a:xfrm>
            <a:prstGeom prst="rect">
              <a:avLst/>
            </a:prstGeom>
            <a:solidFill>
              <a:srgbClr val="E6EAE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5" name="Rectangle 612"/>
            <p:cNvSpPr>
              <a:spLocks noChangeArrowheads="1"/>
            </p:cNvSpPr>
            <p:nvPr/>
          </p:nvSpPr>
          <p:spPr bwMode="auto">
            <a:xfrm>
              <a:off x="3659" y="2507"/>
              <a:ext cx="16" cy="7"/>
            </a:xfrm>
            <a:prstGeom prst="rect">
              <a:avLst/>
            </a:prstGeom>
            <a:solidFill>
              <a:srgbClr val="E4E8E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6" name="Rectangle 613"/>
            <p:cNvSpPr>
              <a:spLocks noChangeArrowheads="1"/>
            </p:cNvSpPr>
            <p:nvPr/>
          </p:nvSpPr>
          <p:spPr bwMode="auto">
            <a:xfrm>
              <a:off x="3675" y="2507"/>
              <a:ext cx="12" cy="7"/>
            </a:xfrm>
            <a:prstGeom prst="rect">
              <a:avLst/>
            </a:prstGeom>
            <a:solidFill>
              <a:srgbClr val="E2E7E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7" name="Rectangle 614"/>
            <p:cNvSpPr>
              <a:spLocks noChangeArrowheads="1"/>
            </p:cNvSpPr>
            <p:nvPr/>
          </p:nvSpPr>
          <p:spPr bwMode="auto">
            <a:xfrm>
              <a:off x="3687" y="2507"/>
              <a:ext cx="19" cy="7"/>
            </a:xfrm>
            <a:prstGeom prst="rect">
              <a:avLst/>
            </a:prstGeom>
            <a:solidFill>
              <a:srgbClr val="E0E5E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8" name="Rectangle 615"/>
            <p:cNvSpPr>
              <a:spLocks noChangeArrowheads="1"/>
            </p:cNvSpPr>
            <p:nvPr/>
          </p:nvSpPr>
          <p:spPr bwMode="auto">
            <a:xfrm>
              <a:off x="3706" y="2507"/>
              <a:ext cx="16" cy="7"/>
            </a:xfrm>
            <a:prstGeom prst="rect">
              <a:avLst/>
            </a:prstGeom>
            <a:solidFill>
              <a:srgbClr val="DEE3E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89" name="Rectangle 616"/>
            <p:cNvSpPr>
              <a:spLocks noChangeArrowheads="1"/>
            </p:cNvSpPr>
            <p:nvPr/>
          </p:nvSpPr>
          <p:spPr bwMode="auto">
            <a:xfrm>
              <a:off x="3722" y="2507"/>
              <a:ext cx="9" cy="7"/>
            </a:xfrm>
            <a:prstGeom prst="rect">
              <a:avLst/>
            </a:prstGeom>
            <a:solidFill>
              <a:srgbClr val="DCE2E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0" name="Rectangle 617"/>
            <p:cNvSpPr>
              <a:spLocks noChangeArrowheads="1"/>
            </p:cNvSpPr>
            <p:nvPr/>
          </p:nvSpPr>
          <p:spPr bwMode="auto">
            <a:xfrm>
              <a:off x="3731" y="2507"/>
              <a:ext cx="12" cy="7"/>
            </a:xfrm>
            <a:prstGeom prst="rect">
              <a:avLst/>
            </a:prstGeom>
            <a:solidFill>
              <a:srgbClr val="DBE0E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1" name="Rectangle 618"/>
            <p:cNvSpPr>
              <a:spLocks noChangeArrowheads="1"/>
            </p:cNvSpPr>
            <p:nvPr/>
          </p:nvSpPr>
          <p:spPr bwMode="auto">
            <a:xfrm>
              <a:off x="3743" y="2507"/>
              <a:ext cx="12" cy="7"/>
            </a:xfrm>
            <a:prstGeom prst="rect">
              <a:avLst/>
            </a:prstGeom>
            <a:solidFill>
              <a:srgbClr val="D9DEE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2" name="Rectangle 619"/>
            <p:cNvSpPr>
              <a:spLocks noChangeArrowheads="1"/>
            </p:cNvSpPr>
            <p:nvPr/>
          </p:nvSpPr>
          <p:spPr bwMode="auto">
            <a:xfrm>
              <a:off x="3755" y="2507"/>
              <a:ext cx="16" cy="7"/>
            </a:xfrm>
            <a:prstGeom prst="rect">
              <a:avLst/>
            </a:prstGeom>
            <a:solidFill>
              <a:srgbClr val="D7DDE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3" name="Rectangle 620"/>
            <p:cNvSpPr>
              <a:spLocks noChangeArrowheads="1"/>
            </p:cNvSpPr>
            <p:nvPr/>
          </p:nvSpPr>
          <p:spPr bwMode="auto">
            <a:xfrm>
              <a:off x="3771" y="2507"/>
              <a:ext cx="12" cy="7"/>
            </a:xfrm>
            <a:prstGeom prst="rect">
              <a:avLst/>
            </a:prstGeom>
            <a:solidFill>
              <a:srgbClr val="D5DBD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4" name="Rectangle 621"/>
            <p:cNvSpPr>
              <a:spLocks noChangeArrowheads="1"/>
            </p:cNvSpPr>
            <p:nvPr/>
          </p:nvSpPr>
          <p:spPr bwMode="auto">
            <a:xfrm>
              <a:off x="3783" y="2507"/>
              <a:ext cx="14" cy="7"/>
            </a:xfrm>
            <a:prstGeom prst="rect">
              <a:avLst/>
            </a:prstGeom>
            <a:solidFill>
              <a:srgbClr val="D3DAD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5" name="Rectangle 622"/>
            <p:cNvSpPr>
              <a:spLocks noChangeArrowheads="1"/>
            </p:cNvSpPr>
            <p:nvPr/>
          </p:nvSpPr>
          <p:spPr bwMode="auto">
            <a:xfrm>
              <a:off x="3797" y="2507"/>
              <a:ext cx="12" cy="7"/>
            </a:xfrm>
            <a:prstGeom prst="rect">
              <a:avLst/>
            </a:prstGeom>
            <a:solidFill>
              <a:srgbClr val="D1D8D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6" name="Rectangle 623"/>
            <p:cNvSpPr>
              <a:spLocks noChangeArrowheads="1"/>
            </p:cNvSpPr>
            <p:nvPr/>
          </p:nvSpPr>
          <p:spPr bwMode="auto">
            <a:xfrm>
              <a:off x="3809" y="2507"/>
              <a:ext cx="11" cy="7"/>
            </a:xfrm>
            <a:prstGeom prst="rect">
              <a:avLst/>
            </a:prstGeom>
            <a:solidFill>
              <a:srgbClr val="CFD6D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7" name="Rectangle 624"/>
            <p:cNvSpPr>
              <a:spLocks noChangeArrowheads="1"/>
            </p:cNvSpPr>
            <p:nvPr/>
          </p:nvSpPr>
          <p:spPr bwMode="auto">
            <a:xfrm>
              <a:off x="3820" y="2507"/>
              <a:ext cx="17" cy="7"/>
            </a:xfrm>
            <a:prstGeom prst="rect">
              <a:avLst/>
            </a:prstGeom>
            <a:solidFill>
              <a:srgbClr val="CDD5D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8" name="Rectangle 625"/>
            <p:cNvSpPr>
              <a:spLocks noChangeArrowheads="1"/>
            </p:cNvSpPr>
            <p:nvPr/>
          </p:nvSpPr>
          <p:spPr bwMode="auto">
            <a:xfrm>
              <a:off x="3837" y="2507"/>
              <a:ext cx="11" cy="7"/>
            </a:xfrm>
            <a:prstGeom prst="rect">
              <a:avLst/>
            </a:prstGeom>
            <a:solidFill>
              <a:srgbClr val="CBD3D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599" name="Rectangle 626"/>
            <p:cNvSpPr>
              <a:spLocks noChangeArrowheads="1"/>
            </p:cNvSpPr>
            <p:nvPr/>
          </p:nvSpPr>
          <p:spPr bwMode="auto">
            <a:xfrm>
              <a:off x="3848" y="2507"/>
              <a:ext cx="10" cy="7"/>
            </a:xfrm>
            <a:prstGeom prst="rect">
              <a:avLst/>
            </a:prstGeom>
            <a:solidFill>
              <a:srgbClr val="C9D2D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0" name="Rectangle 627"/>
            <p:cNvSpPr>
              <a:spLocks noChangeArrowheads="1"/>
            </p:cNvSpPr>
            <p:nvPr/>
          </p:nvSpPr>
          <p:spPr bwMode="auto">
            <a:xfrm>
              <a:off x="3858" y="2507"/>
              <a:ext cx="9" cy="7"/>
            </a:xfrm>
            <a:prstGeom prst="rect">
              <a:avLst/>
            </a:prstGeom>
            <a:solidFill>
              <a:srgbClr val="C8D0D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1" name="Rectangle 628"/>
            <p:cNvSpPr>
              <a:spLocks noChangeArrowheads="1"/>
            </p:cNvSpPr>
            <p:nvPr/>
          </p:nvSpPr>
          <p:spPr bwMode="auto">
            <a:xfrm>
              <a:off x="3867" y="2507"/>
              <a:ext cx="14" cy="7"/>
            </a:xfrm>
            <a:prstGeom prst="rect">
              <a:avLst/>
            </a:prstGeom>
            <a:solidFill>
              <a:srgbClr val="C6CFD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2" name="Rectangle 629"/>
            <p:cNvSpPr>
              <a:spLocks noChangeArrowheads="1"/>
            </p:cNvSpPr>
            <p:nvPr/>
          </p:nvSpPr>
          <p:spPr bwMode="auto">
            <a:xfrm>
              <a:off x="3881" y="2507"/>
              <a:ext cx="10" cy="7"/>
            </a:xfrm>
            <a:prstGeom prst="rect">
              <a:avLst/>
            </a:prstGeom>
            <a:solidFill>
              <a:srgbClr val="C4CED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3" name="Rectangle 630"/>
            <p:cNvSpPr>
              <a:spLocks noChangeArrowheads="1"/>
            </p:cNvSpPr>
            <p:nvPr/>
          </p:nvSpPr>
          <p:spPr bwMode="auto">
            <a:xfrm>
              <a:off x="3891" y="2507"/>
              <a:ext cx="9" cy="7"/>
            </a:xfrm>
            <a:prstGeom prst="rect">
              <a:avLst/>
            </a:prstGeom>
            <a:solidFill>
              <a:srgbClr val="C3CCD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4" name="Rectangle 631"/>
            <p:cNvSpPr>
              <a:spLocks noChangeArrowheads="1"/>
            </p:cNvSpPr>
            <p:nvPr/>
          </p:nvSpPr>
          <p:spPr bwMode="auto">
            <a:xfrm>
              <a:off x="3900" y="2507"/>
              <a:ext cx="12" cy="7"/>
            </a:xfrm>
            <a:prstGeom prst="rect">
              <a:avLst/>
            </a:prstGeom>
            <a:solidFill>
              <a:srgbClr val="C1CBD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5" name="Rectangle 632"/>
            <p:cNvSpPr>
              <a:spLocks noChangeArrowheads="1"/>
            </p:cNvSpPr>
            <p:nvPr/>
          </p:nvSpPr>
          <p:spPr bwMode="auto">
            <a:xfrm>
              <a:off x="3912" y="2507"/>
              <a:ext cx="11" cy="7"/>
            </a:xfrm>
            <a:prstGeom prst="rect">
              <a:avLst/>
            </a:prstGeom>
            <a:solidFill>
              <a:srgbClr val="BFC9D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6" name="Rectangle 633"/>
            <p:cNvSpPr>
              <a:spLocks noChangeArrowheads="1"/>
            </p:cNvSpPr>
            <p:nvPr/>
          </p:nvSpPr>
          <p:spPr bwMode="auto">
            <a:xfrm>
              <a:off x="3923" y="2507"/>
              <a:ext cx="15" cy="7"/>
            </a:xfrm>
            <a:prstGeom prst="rect">
              <a:avLst/>
            </a:prstGeom>
            <a:solidFill>
              <a:srgbClr val="BDC8C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7" name="Rectangle 634"/>
            <p:cNvSpPr>
              <a:spLocks noChangeArrowheads="1"/>
            </p:cNvSpPr>
            <p:nvPr/>
          </p:nvSpPr>
          <p:spPr bwMode="auto">
            <a:xfrm>
              <a:off x="3938" y="2507"/>
              <a:ext cx="11" cy="7"/>
            </a:xfrm>
            <a:prstGeom prst="rect">
              <a:avLst/>
            </a:prstGeom>
            <a:solidFill>
              <a:srgbClr val="BBC6C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8" name="Rectangle 635"/>
            <p:cNvSpPr>
              <a:spLocks noChangeArrowheads="1"/>
            </p:cNvSpPr>
            <p:nvPr/>
          </p:nvSpPr>
          <p:spPr bwMode="auto">
            <a:xfrm>
              <a:off x="3949" y="2507"/>
              <a:ext cx="12" cy="7"/>
            </a:xfrm>
            <a:prstGeom prst="rect">
              <a:avLst/>
            </a:prstGeom>
            <a:solidFill>
              <a:srgbClr val="B9C4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09" name="Rectangle 636"/>
            <p:cNvSpPr>
              <a:spLocks noChangeArrowheads="1"/>
            </p:cNvSpPr>
            <p:nvPr/>
          </p:nvSpPr>
          <p:spPr bwMode="auto">
            <a:xfrm>
              <a:off x="3961" y="2507"/>
              <a:ext cx="14" cy="7"/>
            </a:xfrm>
            <a:prstGeom prst="rect">
              <a:avLst/>
            </a:prstGeom>
            <a:solidFill>
              <a:srgbClr val="B7C3C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0" name="Rectangle 637"/>
            <p:cNvSpPr>
              <a:spLocks noChangeArrowheads="1"/>
            </p:cNvSpPr>
            <p:nvPr/>
          </p:nvSpPr>
          <p:spPr bwMode="auto">
            <a:xfrm>
              <a:off x="3975" y="2507"/>
              <a:ext cx="12" cy="7"/>
            </a:xfrm>
            <a:prstGeom prst="rect">
              <a:avLst/>
            </a:prstGeom>
            <a:solidFill>
              <a:srgbClr val="B5C2C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1" name="Rectangle 638"/>
            <p:cNvSpPr>
              <a:spLocks noChangeArrowheads="1"/>
            </p:cNvSpPr>
            <p:nvPr/>
          </p:nvSpPr>
          <p:spPr bwMode="auto">
            <a:xfrm>
              <a:off x="3987" y="2507"/>
              <a:ext cx="11" cy="7"/>
            </a:xfrm>
            <a:prstGeom prst="rect">
              <a:avLst/>
            </a:prstGeom>
            <a:solidFill>
              <a:srgbClr val="B3C0C8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2" name="Rectangle 639"/>
            <p:cNvSpPr>
              <a:spLocks noChangeArrowheads="1"/>
            </p:cNvSpPr>
            <p:nvPr/>
          </p:nvSpPr>
          <p:spPr bwMode="auto">
            <a:xfrm>
              <a:off x="3998" y="2507"/>
              <a:ext cx="17" cy="7"/>
            </a:xfrm>
            <a:prstGeom prst="rect">
              <a:avLst/>
            </a:prstGeom>
            <a:solidFill>
              <a:srgbClr val="B1BEC7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3" name="Rectangle 640"/>
            <p:cNvSpPr>
              <a:spLocks noChangeArrowheads="1"/>
            </p:cNvSpPr>
            <p:nvPr/>
          </p:nvSpPr>
          <p:spPr bwMode="auto">
            <a:xfrm>
              <a:off x="4015" y="2507"/>
              <a:ext cx="11" cy="7"/>
            </a:xfrm>
            <a:prstGeom prst="rect">
              <a:avLst/>
            </a:prstGeom>
            <a:solidFill>
              <a:srgbClr val="AFBCC5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4" name="Rectangle 641"/>
            <p:cNvSpPr>
              <a:spLocks noChangeArrowheads="1"/>
            </p:cNvSpPr>
            <p:nvPr/>
          </p:nvSpPr>
          <p:spPr bwMode="auto">
            <a:xfrm>
              <a:off x="4026" y="2507"/>
              <a:ext cx="17" cy="7"/>
            </a:xfrm>
            <a:prstGeom prst="rect">
              <a:avLst/>
            </a:prstGeom>
            <a:solidFill>
              <a:srgbClr val="ADBBC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5" name="Rectangle 642"/>
            <p:cNvSpPr>
              <a:spLocks noChangeArrowheads="1"/>
            </p:cNvSpPr>
            <p:nvPr/>
          </p:nvSpPr>
          <p:spPr bwMode="auto">
            <a:xfrm>
              <a:off x="4043" y="2507"/>
              <a:ext cx="12" cy="7"/>
            </a:xfrm>
            <a:prstGeom prst="rect">
              <a:avLst/>
            </a:prstGeom>
            <a:solidFill>
              <a:srgbClr val="ABB9C3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6" name="Rectangle 643"/>
            <p:cNvSpPr>
              <a:spLocks noChangeArrowheads="1"/>
            </p:cNvSpPr>
            <p:nvPr/>
          </p:nvSpPr>
          <p:spPr bwMode="auto">
            <a:xfrm>
              <a:off x="4055" y="2507"/>
              <a:ext cx="16" cy="7"/>
            </a:xfrm>
            <a:prstGeom prst="rect">
              <a:avLst/>
            </a:prstGeom>
            <a:solidFill>
              <a:srgbClr val="A9B8C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7" name="Rectangle 644"/>
            <p:cNvSpPr>
              <a:spLocks noChangeArrowheads="1"/>
            </p:cNvSpPr>
            <p:nvPr/>
          </p:nvSpPr>
          <p:spPr bwMode="auto">
            <a:xfrm>
              <a:off x="4071" y="2507"/>
              <a:ext cx="12" cy="7"/>
            </a:xfrm>
            <a:prstGeom prst="rect">
              <a:avLst/>
            </a:prstGeom>
            <a:solidFill>
              <a:srgbClr val="A7B6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8" name="Rectangle 645"/>
            <p:cNvSpPr>
              <a:spLocks noChangeArrowheads="1"/>
            </p:cNvSpPr>
            <p:nvPr/>
          </p:nvSpPr>
          <p:spPr bwMode="auto">
            <a:xfrm>
              <a:off x="4083" y="2507"/>
              <a:ext cx="16" cy="7"/>
            </a:xfrm>
            <a:prstGeom prst="rect">
              <a:avLst/>
            </a:prstGeom>
            <a:solidFill>
              <a:srgbClr val="A5B5B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  <p:sp>
          <p:nvSpPr>
            <p:cNvPr id="619" name="Rectangle 646"/>
            <p:cNvSpPr>
              <a:spLocks noChangeArrowheads="1"/>
            </p:cNvSpPr>
            <p:nvPr/>
          </p:nvSpPr>
          <p:spPr bwMode="auto">
            <a:xfrm>
              <a:off x="4099" y="2507"/>
              <a:ext cx="18" cy="7"/>
            </a:xfrm>
            <a:prstGeom prst="rect">
              <a:avLst/>
            </a:prstGeom>
            <a:solidFill>
              <a:srgbClr val="A3B3BE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buFontTx/>
                <a:buNone/>
              </a:pPr>
              <a:endParaRPr lang="zh-CN" altLang="en-US" sz="2400">
                <a:latin typeface="Arial" charset="0"/>
                <a:ea typeface="MS PGothic" pitchFamily="34" charset="-128"/>
              </a:endParaRPr>
            </a:p>
          </p:txBody>
        </p:sp>
      </p:grpSp>
      <p:sp>
        <p:nvSpPr>
          <p:cNvPr id="620" name="Rectangle 648"/>
          <p:cNvSpPr>
            <a:spLocks noChangeArrowheads="1"/>
          </p:cNvSpPr>
          <p:nvPr/>
        </p:nvSpPr>
        <p:spPr bwMode="auto">
          <a:xfrm>
            <a:off x="2141517" y="4050983"/>
            <a:ext cx="31880" cy="10941"/>
          </a:xfrm>
          <a:prstGeom prst="rect">
            <a:avLst/>
          </a:prstGeom>
          <a:solidFill>
            <a:srgbClr val="A1B1B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21" name="Rectangle 649"/>
          <p:cNvSpPr>
            <a:spLocks noChangeArrowheads="1"/>
          </p:cNvSpPr>
          <p:nvPr/>
        </p:nvSpPr>
        <p:spPr bwMode="auto">
          <a:xfrm>
            <a:off x="2173397" y="4050983"/>
            <a:ext cx="22503" cy="10941"/>
          </a:xfrm>
          <a:prstGeom prst="rect">
            <a:avLst/>
          </a:prstGeom>
          <a:solidFill>
            <a:srgbClr val="9FB0B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22" name="Rectangle 650"/>
          <p:cNvSpPr>
            <a:spLocks noChangeArrowheads="1"/>
          </p:cNvSpPr>
          <p:nvPr/>
        </p:nvSpPr>
        <p:spPr bwMode="auto">
          <a:xfrm>
            <a:off x="2195901" y="4050983"/>
            <a:ext cx="33754" cy="10941"/>
          </a:xfrm>
          <a:prstGeom prst="rect">
            <a:avLst/>
          </a:prstGeom>
          <a:solidFill>
            <a:srgbClr val="9DAFB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23" name="Rectangle 651"/>
          <p:cNvSpPr>
            <a:spLocks noChangeArrowheads="1"/>
          </p:cNvSpPr>
          <p:nvPr/>
        </p:nvSpPr>
        <p:spPr bwMode="auto">
          <a:xfrm>
            <a:off x="2229655" y="4050983"/>
            <a:ext cx="48756" cy="10941"/>
          </a:xfrm>
          <a:prstGeom prst="rect">
            <a:avLst/>
          </a:prstGeom>
          <a:solidFill>
            <a:srgbClr val="9BADB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24" name="Rectangle 652"/>
          <p:cNvSpPr>
            <a:spLocks noChangeArrowheads="1"/>
          </p:cNvSpPr>
          <p:nvPr/>
        </p:nvSpPr>
        <p:spPr bwMode="auto">
          <a:xfrm>
            <a:off x="2278410" y="4050983"/>
            <a:ext cx="22503" cy="10941"/>
          </a:xfrm>
          <a:prstGeom prst="rect">
            <a:avLst/>
          </a:prstGeom>
          <a:solidFill>
            <a:srgbClr val="99ACB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25" name="Rectangle 653"/>
          <p:cNvSpPr>
            <a:spLocks noChangeArrowheads="1"/>
          </p:cNvSpPr>
          <p:nvPr/>
        </p:nvSpPr>
        <p:spPr bwMode="auto">
          <a:xfrm>
            <a:off x="2300913" y="4050983"/>
            <a:ext cx="35629" cy="10941"/>
          </a:xfrm>
          <a:prstGeom prst="rect">
            <a:avLst/>
          </a:prstGeom>
          <a:solidFill>
            <a:srgbClr val="98AAB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26" name="Rectangle 654"/>
          <p:cNvSpPr>
            <a:spLocks noChangeArrowheads="1"/>
          </p:cNvSpPr>
          <p:nvPr/>
        </p:nvSpPr>
        <p:spPr bwMode="auto">
          <a:xfrm>
            <a:off x="2336543" y="4050983"/>
            <a:ext cx="33754" cy="10941"/>
          </a:xfrm>
          <a:prstGeom prst="rect">
            <a:avLst/>
          </a:prstGeom>
          <a:solidFill>
            <a:srgbClr val="96A9B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27" name="Rectangle 655"/>
          <p:cNvSpPr>
            <a:spLocks noChangeArrowheads="1"/>
          </p:cNvSpPr>
          <p:nvPr/>
        </p:nvSpPr>
        <p:spPr bwMode="auto">
          <a:xfrm>
            <a:off x="2370296" y="4050983"/>
            <a:ext cx="54382" cy="10941"/>
          </a:xfrm>
          <a:prstGeom prst="rect">
            <a:avLst/>
          </a:prstGeom>
          <a:solidFill>
            <a:srgbClr val="94A8B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28" name="Rectangle 656"/>
          <p:cNvSpPr>
            <a:spLocks noChangeArrowheads="1"/>
          </p:cNvSpPr>
          <p:nvPr/>
        </p:nvSpPr>
        <p:spPr bwMode="auto">
          <a:xfrm>
            <a:off x="2424678" y="4050983"/>
            <a:ext cx="52507" cy="10941"/>
          </a:xfrm>
          <a:prstGeom prst="rect">
            <a:avLst/>
          </a:prstGeom>
          <a:solidFill>
            <a:srgbClr val="92A6B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29" name="Rectangle 657"/>
          <p:cNvSpPr>
            <a:spLocks noChangeArrowheads="1"/>
          </p:cNvSpPr>
          <p:nvPr/>
        </p:nvSpPr>
        <p:spPr bwMode="auto">
          <a:xfrm>
            <a:off x="2477186" y="4050983"/>
            <a:ext cx="69383" cy="10941"/>
          </a:xfrm>
          <a:prstGeom prst="rect">
            <a:avLst/>
          </a:prstGeom>
          <a:solidFill>
            <a:srgbClr val="90A5B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0" name="Rectangle 658"/>
          <p:cNvSpPr>
            <a:spLocks noChangeArrowheads="1"/>
          </p:cNvSpPr>
          <p:nvPr/>
        </p:nvSpPr>
        <p:spPr bwMode="auto">
          <a:xfrm>
            <a:off x="2546568" y="4050983"/>
            <a:ext cx="69384" cy="10941"/>
          </a:xfrm>
          <a:prstGeom prst="rect">
            <a:avLst/>
          </a:prstGeom>
          <a:solidFill>
            <a:srgbClr val="8EA3B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1" name="Rectangle 659"/>
          <p:cNvSpPr>
            <a:spLocks noChangeArrowheads="1"/>
          </p:cNvSpPr>
          <p:nvPr/>
        </p:nvSpPr>
        <p:spPr bwMode="auto">
          <a:xfrm>
            <a:off x="2615952" y="4050983"/>
            <a:ext cx="193149" cy="10941"/>
          </a:xfrm>
          <a:prstGeom prst="rect">
            <a:avLst/>
          </a:prstGeom>
          <a:solidFill>
            <a:srgbClr val="8CA2B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2" name="Rectangle 660"/>
          <p:cNvSpPr>
            <a:spLocks noChangeArrowheads="1"/>
          </p:cNvSpPr>
          <p:nvPr/>
        </p:nvSpPr>
        <p:spPr bwMode="auto">
          <a:xfrm>
            <a:off x="2809102" y="4050983"/>
            <a:ext cx="71259" cy="10941"/>
          </a:xfrm>
          <a:prstGeom prst="rect">
            <a:avLst/>
          </a:prstGeom>
          <a:solidFill>
            <a:srgbClr val="8EA3B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3" name="Rectangle 661"/>
          <p:cNvSpPr>
            <a:spLocks noChangeArrowheads="1"/>
          </p:cNvSpPr>
          <p:nvPr/>
        </p:nvSpPr>
        <p:spPr bwMode="auto">
          <a:xfrm>
            <a:off x="2880360" y="4050983"/>
            <a:ext cx="52507" cy="10941"/>
          </a:xfrm>
          <a:prstGeom prst="rect">
            <a:avLst/>
          </a:prstGeom>
          <a:solidFill>
            <a:srgbClr val="90A5B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4" name="Rectangle 662"/>
          <p:cNvSpPr>
            <a:spLocks noChangeArrowheads="1"/>
          </p:cNvSpPr>
          <p:nvPr/>
        </p:nvSpPr>
        <p:spPr bwMode="auto">
          <a:xfrm>
            <a:off x="2932866" y="4050983"/>
            <a:ext cx="52507" cy="10941"/>
          </a:xfrm>
          <a:prstGeom prst="rect">
            <a:avLst/>
          </a:prstGeom>
          <a:solidFill>
            <a:srgbClr val="92A6B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5" name="Rectangle 663"/>
          <p:cNvSpPr>
            <a:spLocks noChangeArrowheads="1"/>
          </p:cNvSpPr>
          <p:nvPr/>
        </p:nvSpPr>
        <p:spPr bwMode="auto">
          <a:xfrm>
            <a:off x="2985373" y="4050983"/>
            <a:ext cx="52507" cy="10941"/>
          </a:xfrm>
          <a:prstGeom prst="rect">
            <a:avLst/>
          </a:prstGeom>
          <a:solidFill>
            <a:srgbClr val="94A7B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6" name="Rectangle 664"/>
          <p:cNvSpPr>
            <a:spLocks noChangeArrowheads="1"/>
          </p:cNvSpPr>
          <p:nvPr/>
        </p:nvSpPr>
        <p:spPr bwMode="auto">
          <a:xfrm>
            <a:off x="3037880" y="4050983"/>
            <a:ext cx="35630" cy="10941"/>
          </a:xfrm>
          <a:prstGeom prst="rect">
            <a:avLst/>
          </a:prstGeom>
          <a:solidFill>
            <a:srgbClr val="96A9B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7" name="Rectangle 665"/>
          <p:cNvSpPr>
            <a:spLocks noChangeArrowheads="1"/>
          </p:cNvSpPr>
          <p:nvPr/>
        </p:nvSpPr>
        <p:spPr bwMode="auto">
          <a:xfrm>
            <a:off x="3073510" y="4050983"/>
            <a:ext cx="35629" cy="10941"/>
          </a:xfrm>
          <a:prstGeom prst="rect">
            <a:avLst/>
          </a:prstGeom>
          <a:solidFill>
            <a:srgbClr val="98AAB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8" name="Rectangle 666"/>
          <p:cNvSpPr>
            <a:spLocks noChangeArrowheads="1"/>
          </p:cNvSpPr>
          <p:nvPr/>
        </p:nvSpPr>
        <p:spPr bwMode="auto">
          <a:xfrm>
            <a:off x="3109139" y="4050983"/>
            <a:ext cx="33754" cy="10941"/>
          </a:xfrm>
          <a:prstGeom prst="rect">
            <a:avLst/>
          </a:prstGeom>
          <a:solidFill>
            <a:srgbClr val="99ACB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39" name="Rectangle 667"/>
          <p:cNvSpPr>
            <a:spLocks noChangeArrowheads="1"/>
          </p:cNvSpPr>
          <p:nvPr/>
        </p:nvSpPr>
        <p:spPr bwMode="auto">
          <a:xfrm>
            <a:off x="3142893" y="4050983"/>
            <a:ext cx="35630" cy="10941"/>
          </a:xfrm>
          <a:prstGeom prst="rect">
            <a:avLst/>
          </a:prstGeom>
          <a:solidFill>
            <a:srgbClr val="9BADB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0" name="Rectangle 668"/>
          <p:cNvSpPr>
            <a:spLocks noChangeArrowheads="1"/>
          </p:cNvSpPr>
          <p:nvPr/>
        </p:nvSpPr>
        <p:spPr bwMode="auto">
          <a:xfrm>
            <a:off x="3178523" y="4050983"/>
            <a:ext cx="30004" cy="10941"/>
          </a:xfrm>
          <a:prstGeom prst="rect">
            <a:avLst/>
          </a:prstGeom>
          <a:solidFill>
            <a:srgbClr val="9DAFB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1" name="Rectangle 669"/>
          <p:cNvSpPr>
            <a:spLocks noChangeArrowheads="1"/>
          </p:cNvSpPr>
          <p:nvPr/>
        </p:nvSpPr>
        <p:spPr bwMode="auto">
          <a:xfrm>
            <a:off x="3208527" y="4050983"/>
            <a:ext cx="22503" cy="10941"/>
          </a:xfrm>
          <a:prstGeom prst="rect">
            <a:avLst/>
          </a:prstGeom>
          <a:solidFill>
            <a:srgbClr val="9FB0B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2" name="Rectangle 670"/>
          <p:cNvSpPr>
            <a:spLocks noChangeArrowheads="1"/>
          </p:cNvSpPr>
          <p:nvPr/>
        </p:nvSpPr>
        <p:spPr bwMode="auto">
          <a:xfrm>
            <a:off x="3231029" y="4050983"/>
            <a:ext cx="35629" cy="10941"/>
          </a:xfrm>
          <a:prstGeom prst="rect">
            <a:avLst/>
          </a:prstGeom>
          <a:solidFill>
            <a:srgbClr val="A1B1B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3" name="Rectangle 671"/>
          <p:cNvSpPr>
            <a:spLocks noChangeArrowheads="1"/>
          </p:cNvSpPr>
          <p:nvPr/>
        </p:nvSpPr>
        <p:spPr bwMode="auto">
          <a:xfrm>
            <a:off x="3266659" y="4050983"/>
            <a:ext cx="35630" cy="10941"/>
          </a:xfrm>
          <a:prstGeom prst="rect">
            <a:avLst/>
          </a:prstGeom>
          <a:solidFill>
            <a:srgbClr val="A3B3B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4" name="Rectangle 672"/>
          <p:cNvSpPr>
            <a:spLocks noChangeArrowheads="1"/>
          </p:cNvSpPr>
          <p:nvPr/>
        </p:nvSpPr>
        <p:spPr bwMode="auto">
          <a:xfrm>
            <a:off x="3302288" y="4050983"/>
            <a:ext cx="20627" cy="10941"/>
          </a:xfrm>
          <a:prstGeom prst="rect">
            <a:avLst/>
          </a:prstGeom>
          <a:solidFill>
            <a:srgbClr val="A5B5B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5" name="Rectangle 673"/>
          <p:cNvSpPr>
            <a:spLocks noChangeArrowheads="1"/>
          </p:cNvSpPr>
          <p:nvPr/>
        </p:nvSpPr>
        <p:spPr bwMode="auto">
          <a:xfrm>
            <a:off x="3322915" y="4050983"/>
            <a:ext cx="31880" cy="10941"/>
          </a:xfrm>
          <a:prstGeom prst="rect">
            <a:avLst/>
          </a:prstGeom>
          <a:solidFill>
            <a:srgbClr val="A7B6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6" name="Rectangle 674"/>
          <p:cNvSpPr>
            <a:spLocks noChangeArrowheads="1"/>
          </p:cNvSpPr>
          <p:nvPr/>
        </p:nvSpPr>
        <p:spPr bwMode="auto">
          <a:xfrm>
            <a:off x="3354795" y="4050983"/>
            <a:ext cx="20627" cy="10941"/>
          </a:xfrm>
          <a:prstGeom prst="rect">
            <a:avLst/>
          </a:prstGeom>
          <a:solidFill>
            <a:srgbClr val="A9B8C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7" name="Rectangle 675"/>
          <p:cNvSpPr>
            <a:spLocks noChangeArrowheads="1"/>
          </p:cNvSpPr>
          <p:nvPr/>
        </p:nvSpPr>
        <p:spPr bwMode="auto">
          <a:xfrm>
            <a:off x="3375422" y="4050983"/>
            <a:ext cx="31880" cy="10941"/>
          </a:xfrm>
          <a:prstGeom prst="rect">
            <a:avLst/>
          </a:prstGeom>
          <a:solidFill>
            <a:srgbClr val="ABB9C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8" name="Rectangle 676"/>
          <p:cNvSpPr>
            <a:spLocks noChangeArrowheads="1"/>
          </p:cNvSpPr>
          <p:nvPr/>
        </p:nvSpPr>
        <p:spPr bwMode="auto">
          <a:xfrm>
            <a:off x="3407301" y="4050983"/>
            <a:ext cx="20627" cy="10941"/>
          </a:xfrm>
          <a:prstGeom prst="rect">
            <a:avLst/>
          </a:prstGeom>
          <a:solidFill>
            <a:srgbClr val="ADBBC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49" name="Rectangle 677"/>
          <p:cNvSpPr>
            <a:spLocks noChangeArrowheads="1"/>
          </p:cNvSpPr>
          <p:nvPr/>
        </p:nvSpPr>
        <p:spPr bwMode="auto">
          <a:xfrm>
            <a:off x="3427928" y="4050983"/>
            <a:ext cx="31880" cy="10941"/>
          </a:xfrm>
          <a:prstGeom prst="rect">
            <a:avLst/>
          </a:prstGeom>
          <a:solidFill>
            <a:srgbClr val="AFBCC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0" name="Rectangle 678"/>
          <p:cNvSpPr>
            <a:spLocks noChangeArrowheads="1"/>
          </p:cNvSpPr>
          <p:nvPr/>
        </p:nvSpPr>
        <p:spPr bwMode="auto">
          <a:xfrm>
            <a:off x="3459808" y="4050983"/>
            <a:ext cx="20627" cy="10941"/>
          </a:xfrm>
          <a:prstGeom prst="rect">
            <a:avLst/>
          </a:prstGeom>
          <a:solidFill>
            <a:srgbClr val="B1BEC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1" name="Rectangle 679"/>
          <p:cNvSpPr>
            <a:spLocks noChangeArrowheads="1"/>
          </p:cNvSpPr>
          <p:nvPr/>
        </p:nvSpPr>
        <p:spPr bwMode="auto">
          <a:xfrm>
            <a:off x="3480436" y="4050983"/>
            <a:ext cx="28129" cy="10941"/>
          </a:xfrm>
          <a:prstGeom prst="rect">
            <a:avLst/>
          </a:prstGeom>
          <a:solidFill>
            <a:srgbClr val="B3C0C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2" name="Rectangle 680"/>
          <p:cNvSpPr>
            <a:spLocks noChangeArrowheads="1"/>
          </p:cNvSpPr>
          <p:nvPr/>
        </p:nvSpPr>
        <p:spPr bwMode="auto">
          <a:xfrm>
            <a:off x="3508564" y="4050983"/>
            <a:ext cx="20627" cy="10941"/>
          </a:xfrm>
          <a:prstGeom prst="rect">
            <a:avLst/>
          </a:prstGeom>
          <a:solidFill>
            <a:srgbClr val="B5C1C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3" name="Rectangle 681"/>
          <p:cNvSpPr>
            <a:spLocks noChangeArrowheads="1"/>
          </p:cNvSpPr>
          <p:nvPr/>
        </p:nvSpPr>
        <p:spPr bwMode="auto">
          <a:xfrm>
            <a:off x="3529191" y="4050983"/>
            <a:ext cx="22503" cy="10941"/>
          </a:xfrm>
          <a:prstGeom prst="rect">
            <a:avLst/>
          </a:prstGeom>
          <a:solidFill>
            <a:srgbClr val="B7C3C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4" name="Rectangle 682"/>
          <p:cNvSpPr>
            <a:spLocks noChangeArrowheads="1"/>
          </p:cNvSpPr>
          <p:nvPr/>
        </p:nvSpPr>
        <p:spPr bwMode="auto">
          <a:xfrm>
            <a:off x="3551695" y="4050983"/>
            <a:ext cx="26253" cy="10941"/>
          </a:xfrm>
          <a:prstGeom prst="rect">
            <a:avLst/>
          </a:prstGeom>
          <a:solidFill>
            <a:srgbClr val="B9C4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5" name="Rectangle 683"/>
          <p:cNvSpPr>
            <a:spLocks noChangeArrowheads="1"/>
          </p:cNvSpPr>
          <p:nvPr/>
        </p:nvSpPr>
        <p:spPr bwMode="auto">
          <a:xfrm>
            <a:off x="3577948" y="4050983"/>
            <a:ext cx="20628" cy="10941"/>
          </a:xfrm>
          <a:prstGeom prst="rect">
            <a:avLst/>
          </a:prstGeom>
          <a:solidFill>
            <a:srgbClr val="BBC6CD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6" name="Rectangle 684"/>
          <p:cNvSpPr>
            <a:spLocks noChangeArrowheads="1"/>
          </p:cNvSpPr>
          <p:nvPr/>
        </p:nvSpPr>
        <p:spPr bwMode="auto">
          <a:xfrm>
            <a:off x="3598575" y="4050983"/>
            <a:ext cx="22503" cy="10941"/>
          </a:xfrm>
          <a:prstGeom prst="rect">
            <a:avLst/>
          </a:prstGeom>
          <a:solidFill>
            <a:srgbClr val="BDC8C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7" name="Rectangle 685"/>
          <p:cNvSpPr>
            <a:spLocks noChangeArrowheads="1"/>
          </p:cNvSpPr>
          <p:nvPr/>
        </p:nvSpPr>
        <p:spPr bwMode="auto">
          <a:xfrm>
            <a:off x="3621079" y="4050983"/>
            <a:ext cx="26253" cy="10941"/>
          </a:xfrm>
          <a:prstGeom prst="rect">
            <a:avLst/>
          </a:prstGeom>
          <a:solidFill>
            <a:srgbClr val="BFC9D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8" name="Rectangle 686"/>
          <p:cNvSpPr>
            <a:spLocks noChangeArrowheads="1"/>
          </p:cNvSpPr>
          <p:nvPr/>
        </p:nvSpPr>
        <p:spPr bwMode="auto">
          <a:xfrm>
            <a:off x="3647332" y="4050983"/>
            <a:ext cx="18752" cy="10941"/>
          </a:xfrm>
          <a:prstGeom prst="rect">
            <a:avLst/>
          </a:prstGeom>
          <a:solidFill>
            <a:srgbClr val="C1CAD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59" name="Rectangle 687"/>
          <p:cNvSpPr>
            <a:spLocks noChangeArrowheads="1"/>
          </p:cNvSpPr>
          <p:nvPr/>
        </p:nvSpPr>
        <p:spPr bwMode="auto">
          <a:xfrm>
            <a:off x="3666084" y="4050983"/>
            <a:ext cx="16877" cy="10941"/>
          </a:xfrm>
          <a:prstGeom prst="rect">
            <a:avLst/>
          </a:prstGeom>
          <a:solidFill>
            <a:srgbClr val="C2CCD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0" name="Rectangle 688"/>
          <p:cNvSpPr>
            <a:spLocks noChangeArrowheads="1"/>
          </p:cNvSpPr>
          <p:nvPr/>
        </p:nvSpPr>
        <p:spPr bwMode="auto">
          <a:xfrm>
            <a:off x="3682960" y="4050983"/>
            <a:ext cx="22503" cy="10941"/>
          </a:xfrm>
          <a:prstGeom prst="rect">
            <a:avLst/>
          </a:prstGeom>
          <a:solidFill>
            <a:srgbClr val="C4CDD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1" name="Rectangle 689"/>
          <p:cNvSpPr>
            <a:spLocks noChangeArrowheads="1"/>
          </p:cNvSpPr>
          <p:nvPr/>
        </p:nvSpPr>
        <p:spPr bwMode="auto">
          <a:xfrm>
            <a:off x="3705463" y="4050983"/>
            <a:ext cx="22503" cy="10941"/>
          </a:xfrm>
          <a:prstGeom prst="rect">
            <a:avLst/>
          </a:prstGeom>
          <a:solidFill>
            <a:srgbClr val="C6CFD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2" name="Rectangle 690"/>
          <p:cNvSpPr>
            <a:spLocks noChangeArrowheads="1"/>
          </p:cNvSpPr>
          <p:nvPr/>
        </p:nvSpPr>
        <p:spPr bwMode="auto">
          <a:xfrm>
            <a:off x="3727966" y="4050983"/>
            <a:ext cx="16878" cy="10941"/>
          </a:xfrm>
          <a:prstGeom prst="rect">
            <a:avLst/>
          </a:prstGeom>
          <a:solidFill>
            <a:srgbClr val="C8D0D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3" name="Rectangle 691"/>
          <p:cNvSpPr>
            <a:spLocks noChangeArrowheads="1"/>
          </p:cNvSpPr>
          <p:nvPr/>
        </p:nvSpPr>
        <p:spPr bwMode="auto">
          <a:xfrm>
            <a:off x="3744844" y="4050983"/>
            <a:ext cx="16877" cy="10941"/>
          </a:xfrm>
          <a:prstGeom prst="rect">
            <a:avLst/>
          </a:prstGeom>
          <a:solidFill>
            <a:srgbClr val="C9D2D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4" name="Rectangle 692"/>
          <p:cNvSpPr>
            <a:spLocks noChangeArrowheads="1"/>
          </p:cNvSpPr>
          <p:nvPr/>
        </p:nvSpPr>
        <p:spPr bwMode="auto">
          <a:xfrm>
            <a:off x="3761720" y="4050983"/>
            <a:ext cx="30004" cy="10941"/>
          </a:xfrm>
          <a:prstGeom prst="rect">
            <a:avLst/>
          </a:prstGeom>
          <a:solidFill>
            <a:srgbClr val="CBD3D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5" name="Rectangle 693"/>
          <p:cNvSpPr>
            <a:spLocks noChangeArrowheads="1"/>
          </p:cNvSpPr>
          <p:nvPr/>
        </p:nvSpPr>
        <p:spPr bwMode="auto">
          <a:xfrm>
            <a:off x="3791724" y="4050983"/>
            <a:ext cx="22503" cy="10941"/>
          </a:xfrm>
          <a:prstGeom prst="rect">
            <a:avLst/>
          </a:prstGeom>
          <a:solidFill>
            <a:srgbClr val="CDD5D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6" name="Rectangle 694"/>
          <p:cNvSpPr>
            <a:spLocks noChangeArrowheads="1"/>
          </p:cNvSpPr>
          <p:nvPr/>
        </p:nvSpPr>
        <p:spPr bwMode="auto">
          <a:xfrm>
            <a:off x="3814227" y="4050983"/>
            <a:ext cx="26253" cy="10941"/>
          </a:xfrm>
          <a:prstGeom prst="rect">
            <a:avLst/>
          </a:prstGeom>
          <a:solidFill>
            <a:srgbClr val="CFD6D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7" name="Rectangle 695"/>
          <p:cNvSpPr>
            <a:spLocks noChangeArrowheads="1"/>
          </p:cNvSpPr>
          <p:nvPr/>
        </p:nvSpPr>
        <p:spPr bwMode="auto">
          <a:xfrm>
            <a:off x="3840480" y="4050983"/>
            <a:ext cx="22503" cy="10941"/>
          </a:xfrm>
          <a:prstGeom prst="rect">
            <a:avLst/>
          </a:prstGeom>
          <a:solidFill>
            <a:srgbClr val="D1D8D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8" name="Rectangle 696"/>
          <p:cNvSpPr>
            <a:spLocks noChangeArrowheads="1"/>
          </p:cNvSpPr>
          <p:nvPr/>
        </p:nvSpPr>
        <p:spPr bwMode="auto">
          <a:xfrm>
            <a:off x="3862983" y="4050983"/>
            <a:ext cx="22503" cy="10941"/>
          </a:xfrm>
          <a:prstGeom prst="rect">
            <a:avLst/>
          </a:prstGeom>
          <a:solidFill>
            <a:srgbClr val="D3DAD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69" name="Rectangle 697"/>
          <p:cNvSpPr>
            <a:spLocks noChangeArrowheads="1"/>
          </p:cNvSpPr>
          <p:nvPr/>
        </p:nvSpPr>
        <p:spPr bwMode="auto">
          <a:xfrm>
            <a:off x="3885486" y="4050983"/>
            <a:ext cx="30004" cy="10941"/>
          </a:xfrm>
          <a:prstGeom prst="rect">
            <a:avLst/>
          </a:prstGeom>
          <a:solidFill>
            <a:srgbClr val="D5DBD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0" name="Rectangle 698"/>
          <p:cNvSpPr>
            <a:spLocks noChangeArrowheads="1"/>
          </p:cNvSpPr>
          <p:nvPr/>
        </p:nvSpPr>
        <p:spPr bwMode="auto">
          <a:xfrm>
            <a:off x="3915489" y="4050983"/>
            <a:ext cx="22503" cy="10941"/>
          </a:xfrm>
          <a:prstGeom prst="rect">
            <a:avLst/>
          </a:prstGeom>
          <a:solidFill>
            <a:srgbClr val="D7DDE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1" name="Rectangle 699"/>
          <p:cNvSpPr>
            <a:spLocks noChangeArrowheads="1"/>
          </p:cNvSpPr>
          <p:nvPr/>
        </p:nvSpPr>
        <p:spPr bwMode="auto">
          <a:xfrm>
            <a:off x="3937993" y="4050983"/>
            <a:ext cx="26253" cy="10941"/>
          </a:xfrm>
          <a:prstGeom prst="rect">
            <a:avLst/>
          </a:prstGeom>
          <a:solidFill>
            <a:srgbClr val="D9DEE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2" name="Rectangle 700"/>
          <p:cNvSpPr>
            <a:spLocks noChangeArrowheads="1"/>
          </p:cNvSpPr>
          <p:nvPr/>
        </p:nvSpPr>
        <p:spPr bwMode="auto">
          <a:xfrm>
            <a:off x="3964245" y="4050983"/>
            <a:ext cx="16878" cy="10941"/>
          </a:xfrm>
          <a:prstGeom prst="rect">
            <a:avLst/>
          </a:prstGeom>
          <a:solidFill>
            <a:srgbClr val="DAE0E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3" name="Rectangle 701"/>
          <p:cNvSpPr>
            <a:spLocks noChangeArrowheads="1"/>
          </p:cNvSpPr>
          <p:nvPr/>
        </p:nvSpPr>
        <p:spPr bwMode="auto">
          <a:xfrm>
            <a:off x="3981123" y="4050983"/>
            <a:ext cx="22503" cy="10941"/>
          </a:xfrm>
          <a:prstGeom prst="rect">
            <a:avLst/>
          </a:prstGeom>
          <a:solidFill>
            <a:srgbClr val="DCE1E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4" name="Rectangle 702"/>
          <p:cNvSpPr>
            <a:spLocks noChangeArrowheads="1"/>
          </p:cNvSpPr>
          <p:nvPr/>
        </p:nvSpPr>
        <p:spPr bwMode="auto">
          <a:xfrm>
            <a:off x="4003626" y="4050983"/>
            <a:ext cx="35629" cy="10941"/>
          </a:xfrm>
          <a:prstGeom prst="rect">
            <a:avLst/>
          </a:prstGeom>
          <a:solidFill>
            <a:srgbClr val="DEE3E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5" name="Rectangle 703"/>
          <p:cNvSpPr>
            <a:spLocks noChangeArrowheads="1"/>
          </p:cNvSpPr>
          <p:nvPr/>
        </p:nvSpPr>
        <p:spPr bwMode="auto">
          <a:xfrm>
            <a:off x="4039255" y="4050983"/>
            <a:ext cx="30004" cy="10941"/>
          </a:xfrm>
          <a:prstGeom prst="rect">
            <a:avLst/>
          </a:prstGeom>
          <a:solidFill>
            <a:srgbClr val="E0E5E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6" name="Rectangle 704"/>
          <p:cNvSpPr>
            <a:spLocks noChangeArrowheads="1"/>
          </p:cNvSpPr>
          <p:nvPr/>
        </p:nvSpPr>
        <p:spPr bwMode="auto">
          <a:xfrm>
            <a:off x="4069259" y="4050983"/>
            <a:ext cx="22503" cy="10941"/>
          </a:xfrm>
          <a:prstGeom prst="rect">
            <a:avLst/>
          </a:prstGeom>
          <a:solidFill>
            <a:srgbClr val="E2E6E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7" name="Rectangle 705"/>
          <p:cNvSpPr>
            <a:spLocks noChangeArrowheads="1"/>
          </p:cNvSpPr>
          <p:nvPr/>
        </p:nvSpPr>
        <p:spPr bwMode="auto">
          <a:xfrm>
            <a:off x="4091762" y="4050983"/>
            <a:ext cx="33754" cy="10941"/>
          </a:xfrm>
          <a:prstGeom prst="rect">
            <a:avLst/>
          </a:prstGeom>
          <a:solidFill>
            <a:srgbClr val="E4E8EB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8" name="Rectangle 706"/>
          <p:cNvSpPr>
            <a:spLocks noChangeArrowheads="1"/>
          </p:cNvSpPr>
          <p:nvPr/>
        </p:nvSpPr>
        <p:spPr bwMode="auto">
          <a:xfrm>
            <a:off x="4125516" y="4050983"/>
            <a:ext cx="35630" cy="10941"/>
          </a:xfrm>
          <a:prstGeom prst="rect">
            <a:avLst/>
          </a:prstGeom>
          <a:solidFill>
            <a:srgbClr val="E6EAE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79" name="Rectangle 707"/>
          <p:cNvSpPr>
            <a:spLocks noChangeArrowheads="1"/>
          </p:cNvSpPr>
          <p:nvPr/>
        </p:nvSpPr>
        <p:spPr bwMode="auto">
          <a:xfrm>
            <a:off x="4161146" y="4050983"/>
            <a:ext cx="35629" cy="10941"/>
          </a:xfrm>
          <a:prstGeom prst="rect">
            <a:avLst/>
          </a:prstGeom>
          <a:solidFill>
            <a:srgbClr val="E8EBEE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0" name="Rectangle 708"/>
          <p:cNvSpPr>
            <a:spLocks noChangeArrowheads="1"/>
          </p:cNvSpPr>
          <p:nvPr/>
        </p:nvSpPr>
        <p:spPr bwMode="auto">
          <a:xfrm>
            <a:off x="4196775" y="4050983"/>
            <a:ext cx="35630" cy="10941"/>
          </a:xfrm>
          <a:prstGeom prst="rect">
            <a:avLst/>
          </a:prstGeom>
          <a:solidFill>
            <a:srgbClr val="EAEDE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1" name="Rectangle 709"/>
          <p:cNvSpPr>
            <a:spLocks noChangeArrowheads="1"/>
          </p:cNvSpPr>
          <p:nvPr/>
        </p:nvSpPr>
        <p:spPr bwMode="auto">
          <a:xfrm>
            <a:off x="4232405" y="4050983"/>
            <a:ext cx="33754" cy="10941"/>
          </a:xfrm>
          <a:prstGeom prst="rect">
            <a:avLst/>
          </a:prstGeom>
          <a:solidFill>
            <a:srgbClr val="ECEFF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2" name="Rectangle 710"/>
          <p:cNvSpPr>
            <a:spLocks noChangeArrowheads="1"/>
          </p:cNvSpPr>
          <p:nvPr/>
        </p:nvSpPr>
        <p:spPr bwMode="auto">
          <a:xfrm>
            <a:off x="4266159" y="4050983"/>
            <a:ext cx="35629" cy="10941"/>
          </a:xfrm>
          <a:prstGeom prst="rect">
            <a:avLst/>
          </a:prstGeom>
          <a:solidFill>
            <a:srgbClr val="EEF0F2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3" name="Rectangle 711"/>
          <p:cNvSpPr>
            <a:spLocks noChangeArrowheads="1"/>
          </p:cNvSpPr>
          <p:nvPr/>
        </p:nvSpPr>
        <p:spPr bwMode="auto">
          <a:xfrm>
            <a:off x="4301788" y="4050983"/>
            <a:ext cx="35630" cy="10941"/>
          </a:xfrm>
          <a:prstGeom prst="rect">
            <a:avLst/>
          </a:prstGeom>
          <a:solidFill>
            <a:srgbClr val="EFF2F3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4" name="Rectangle 712"/>
          <p:cNvSpPr>
            <a:spLocks noChangeArrowheads="1"/>
          </p:cNvSpPr>
          <p:nvPr/>
        </p:nvSpPr>
        <p:spPr bwMode="auto">
          <a:xfrm>
            <a:off x="4337418" y="4050983"/>
            <a:ext cx="33754" cy="10941"/>
          </a:xfrm>
          <a:prstGeom prst="rect">
            <a:avLst/>
          </a:prstGeom>
          <a:solidFill>
            <a:srgbClr val="F1F3F4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5" name="Rectangle 713"/>
          <p:cNvSpPr>
            <a:spLocks noChangeArrowheads="1"/>
          </p:cNvSpPr>
          <p:nvPr/>
        </p:nvSpPr>
        <p:spPr bwMode="auto">
          <a:xfrm>
            <a:off x="4371172" y="4050983"/>
            <a:ext cx="35629" cy="10941"/>
          </a:xfrm>
          <a:prstGeom prst="rect">
            <a:avLst/>
          </a:prstGeom>
          <a:solidFill>
            <a:srgbClr val="F3F4F5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6" name="Rectangle 714"/>
          <p:cNvSpPr>
            <a:spLocks noChangeArrowheads="1"/>
          </p:cNvSpPr>
          <p:nvPr/>
        </p:nvSpPr>
        <p:spPr bwMode="auto">
          <a:xfrm>
            <a:off x="4406801" y="4050983"/>
            <a:ext cx="35630" cy="10941"/>
          </a:xfrm>
          <a:prstGeom prst="rect">
            <a:avLst/>
          </a:prstGeom>
          <a:solidFill>
            <a:srgbClr val="F4F5F7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7" name="Rectangle 715"/>
          <p:cNvSpPr>
            <a:spLocks noChangeArrowheads="1"/>
          </p:cNvSpPr>
          <p:nvPr/>
        </p:nvSpPr>
        <p:spPr bwMode="auto">
          <a:xfrm>
            <a:off x="4442431" y="4050983"/>
            <a:ext cx="52507" cy="10941"/>
          </a:xfrm>
          <a:prstGeom prst="rect">
            <a:avLst/>
          </a:prstGeom>
          <a:solidFill>
            <a:srgbClr val="F5F7F8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8" name="Rectangle 716"/>
          <p:cNvSpPr>
            <a:spLocks noChangeArrowheads="1"/>
          </p:cNvSpPr>
          <p:nvPr/>
        </p:nvSpPr>
        <p:spPr bwMode="auto">
          <a:xfrm>
            <a:off x="4494938" y="4050983"/>
            <a:ext cx="69383" cy="10941"/>
          </a:xfrm>
          <a:prstGeom prst="rect">
            <a:avLst/>
          </a:prstGeom>
          <a:solidFill>
            <a:srgbClr val="F7F8F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89" name="Rectangle 717"/>
          <p:cNvSpPr>
            <a:spLocks noChangeArrowheads="1"/>
          </p:cNvSpPr>
          <p:nvPr/>
        </p:nvSpPr>
        <p:spPr bwMode="auto">
          <a:xfrm>
            <a:off x="4564321" y="4050983"/>
            <a:ext cx="71259" cy="10941"/>
          </a:xfrm>
          <a:prstGeom prst="rect">
            <a:avLst/>
          </a:prstGeom>
          <a:solidFill>
            <a:srgbClr val="F9FAFA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90" name="Rectangle 718"/>
          <p:cNvSpPr>
            <a:spLocks noChangeArrowheads="1"/>
          </p:cNvSpPr>
          <p:nvPr/>
        </p:nvSpPr>
        <p:spPr bwMode="auto">
          <a:xfrm>
            <a:off x="4635580" y="4050983"/>
            <a:ext cx="86261" cy="10941"/>
          </a:xfrm>
          <a:prstGeom prst="rect">
            <a:avLst/>
          </a:prstGeom>
          <a:solidFill>
            <a:srgbClr val="FBFBF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91" name="Rectangle 719"/>
          <p:cNvSpPr>
            <a:spLocks noChangeArrowheads="1"/>
          </p:cNvSpPr>
          <p:nvPr/>
        </p:nvSpPr>
        <p:spPr bwMode="auto">
          <a:xfrm>
            <a:off x="4721840" y="4050983"/>
            <a:ext cx="90011" cy="10941"/>
          </a:xfrm>
          <a:prstGeom prst="rect">
            <a:avLst/>
          </a:prstGeom>
          <a:solidFill>
            <a:srgbClr val="FCFDFD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92" name="Rectangle 720"/>
          <p:cNvSpPr>
            <a:spLocks noChangeArrowheads="1"/>
          </p:cNvSpPr>
          <p:nvPr/>
        </p:nvSpPr>
        <p:spPr bwMode="auto">
          <a:xfrm>
            <a:off x="4811852" y="4050983"/>
            <a:ext cx="131266" cy="1094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sp>
        <p:nvSpPr>
          <p:cNvPr id="693" name="Rectangle 721"/>
          <p:cNvSpPr>
            <a:spLocks noChangeArrowheads="1"/>
          </p:cNvSpPr>
          <p:nvPr/>
        </p:nvSpPr>
        <p:spPr bwMode="auto">
          <a:xfrm>
            <a:off x="200650" y="2050498"/>
            <a:ext cx="370294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dirty="0">
                <a:solidFill>
                  <a:srgbClr val="8BA1AF"/>
                </a:solidFill>
                <a:latin typeface="Arial" charset="0"/>
                <a:ea typeface="MS PGothic" pitchFamily="34" charset="-128"/>
              </a:rPr>
              <a:t>Management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94" name="Rectangle 722"/>
          <p:cNvSpPr>
            <a:spLocks noChangeArrowheads="1"/>
          </p:cNvSpPr>
          <p:nvPr/>
        </p:nvSpPr>
        <p:spPr bwMode="auto">
          <a:xfrm>
            <a:off x="187523" y="2564685"/>
            <a:ext cx="238848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dirty="0">
                <a:solidFill>
                  <a:srgbClr val="8BA1AF"/>
                </a:solidFill>
                <a:latin typeface="Arial" charset="0"/>
                <a:ea typeface="MS PGothic" pitchFamily="34" charset="-128"/>
              </a:rPr>
              <a:t>Sales &amp; 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95" name="Rectangle 723"/>
          <p:cNvSpPr>
            <a:spLocks noChangeArrowheads="1"/>
          </p:cNvSpPr>
          <p:nvPr/>
        </p:nvSpPr>
        <p:spPr bwMode="auto">
          <a:xfrm>
            <a:off x="489437" y="2564685"/>
            <a:ext cx="137858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dirty="0">
                <a:solidFill>
                  <a:srgbClr val="8BA1AF"/>
                </a:solidFill>
                <a:latin typeface="Arial" charset="0"/>
                <a:ea typeface="MS PGothic" pitchFamily="34" charset="-128"/>
              </a:rPr>
              <a:t>Mktg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96" name="Rectangle 724"/>
          <p:cNvSpPr>
            <a:spLocks noChangeArrowheads="1"/>
          </p:cNvSpPr>
          <p:nvPr/>
        </p:nvSpPr>
        <p:spPr bwMode="auto">
          <a:xfrm>
            <a:off x="226904" y="2953842"/>
            <a:ext cx="339837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dirty="0">
                <a:solidFill>
                  <a:srgbClr val="8BA1AF"/>
                </a:solidFill>
                <a:latin typeface="Arial" charset="0"/>
                <a:ea typeface="MS PGothic" pitchFamily="34" charset="-128"/>
              </a:rPr>
              <a:t>Engineering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97" name="Rectangle 725"/>
          <p:cNvSpPr>
            <a:spLocks noChangeArrowheads="1"/>
          </p:cNvSpPr>
          <p:nvPr/>
        </p:nvSpPr>
        <p:spPr bwMode="auto">
          <a:xfrm>
            <a:off x="270034" y="3400825"/>
            <a:ext cx="251672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dirty="0">
                <a:solidFill>
                  <a:srgbClr val="8BA1AF"/>
                </a:solidFill>
                <a:latin typeface="Arial" charset="0"/>
                <a:ea typeface="MS PGothic" pitchFamily="34" charset="-128"/>
              </a:rPr>
              <a:t>Sourcing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98" name="Rectangle 726"/>
          <p:cNvSpPr>
            <a:spLocks noChangeArrowheads="1"/>
          </p:cNvSpPr>
          <p:nvPr/>
        </p:nvSpPr>
        <p:spPr bwMode="auto">
          <a:xfrm>
            <a:off x="185649" y="3725904"/>
            <a:ext cx="402354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dirty="0">
                <a:solidFill>
                  <a:srgbClr val="8BA1AF"/>
                </a:solidFill>
                <a:latin typeface="Arial" charset="0"/>
                <a:ea typeface="MS PGothic" pitchFamily="34" charset="-128"/>
              </a:rPr>
              <a:t>Manufacturing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699" name="Rectangle 727"/>
          <p:cNvSpPr>
            <a:spLocks noChangeArrowheads="1"/>
          </p:cNvSpPr>
          <p:nvPr/>
        </p:nvSpPr>
        <p:spPr bwMode="auto">
          <a:xfrm>
            <a:off x="292536" y="4086930"/>
            <a:ext cx="213200" cy="76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500" dirty="0">
                <a:solidFill>
                  <a:srgbClr val="8BA1AF"/>
                </a:solidFill>
                <a:latin typeface="Arial" charset="0"/>
                <a:ea typeface="MS PGothic" pitchFamily="34" charset="-128"/>
              </a:rPr>
              <a:t>Service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pic>
        <p:nvPicPr>
          <p:cNvPr id="700" name="Picture 72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0030" y="4102558"/>
            <a:ext cx="352544" cy="342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1" name="Picture 72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0030" y="4102558"/>
            <a:ext cx="352544" cy="342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2" name="Picture 73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9404" y="3794671"/>
            <a:ext cx="406925" cy="303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3" name="Picture 73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9404" y="3794671"/>
            <a:ext cx="406925" cy="303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4" name="Picture 73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1907" y="3474281"/>
            <a:ext cx="391923" cy="25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5" name="Picture 73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41907" y="3474281"/>
            <a:ext cx="391923" cy="25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" name="Picture 7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86912" y="3031986"/>
            <a:ext cx="315039" cy="289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7" name="Picture 73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86912" y="3031986"/>
            <a:ext cx="315039" cy="289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8" name="Picture 73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98163" y="2641266"/>
            <a:ext cx="296287" cy="237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9" name="Picture 73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98163" y="2641266"/>
            <a:ext cx="296287" cy="237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0" name="Picture 73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86912" y="2130205"/>
            <a:ext cx="371296" cy="26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1" name="Picture 739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86912" y="2130205"/>
            <a:ext cx="371296" cy="26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2" name="Rectangle 740"/>
          <p:cNvSpPr>
            <a:spLocks noChangeArrowheads="1"/>
          </p:cNvSpPr>
          <p:nvPr/>
        </p:nvSpPr>
        <p:spPr bwMode="auto">
          <a:xfrm>
            <a:off x="1218903" y="1506616"/>
            <a:ext cx="1673535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900" b="1" dirty="0" smtClean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 </a:t>
            </a:r>
            <a:r>
              <a:rPr lang="en-US" altLang="zh-CN" sz="900" b="1" dirty="0">
                <a:solidFill>
                  <a:srgbClr val="000000"/>
                </a:solidFill>
                <a:latin typeface="Arial" charset="0"/>
                <a:ea typeface="MS PGothic" pitchFamily="34" charset="-128"/>
              </a:rPr>
              <a:t>Business Process Framework</a:t>
            </a:r>
            <a:endParaRPr lang="en-US" altLang="zh-CN" sz="2400" dirty="0">
              <a:latin typeface="Arial" charset="0"/>
              <a:ea typeface="MS PGothic" pitchFamily="34" charset="-128"/>
            </a:endParaRPr>
          </a:p>
        </p:txBody>
      </p:sp>
      <p:sp>
        <p:nvSpPr>
          <p:cNvPr id="713" name="Rectangle 745"/>
          <p:cNvSpPr>
            <a:spLocks noChangeArrowheads="1"/>
          </p:cNvSpPr>
          <p:nvPr/>
        </p:nvSpPr>
        <p:spPr bwMode="auto">
          <a:xfrm>
            <a:off x="84387" y="1373771"/>
            <a:ext cx="5081885" cy="313826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00000"/>
              </a:lnSpc>
              <a:buFontTx/>
              <a:buNone/>
            </a:pPr>
            <a:endParaRPr lang="zh-CN" altLang="en-US" sz="2400">
              <a:latin typeface="Arial" charset="0"/>
              <a:ea typeface="MS PGothic" pitchFamily="34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773" y="1654951"/>
            <a:ext cx="3690635" cy="30473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06805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5302" y="855539"/>
            <a:ext cx="9721850" cy="468313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项目实施方法 </a:t>
            </a:r>
            <a:r>
              <a:rPr lang="en-US" altLang="zh-CN" dirty="0" smtClean="0"/>
              <a:t>— </a:t>
            </a:r>
            <a:r>
              <a:rPr lang="zh-CN" altLang="en-US" dirty="0" smtClean="0"/>
              <a:t>业务规范先行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0" y="1441033"/>
            <a:ext cx="5400675" cy="44550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规范制订与下发步骤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500" dirty="0" smtClean="0">
                <a:latin typeface="黑体" pitchFamily="2" charset="-122"/>
                <a:ea typeface="黑体" pitchFamily="2" charset="-122"/>
              </a:rPr>
              <a:t>上线前，编制并下发系统相关的业务管理规范；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500" dirty="0" smtClean="0">
                <a:latin typeface="黑体" pitchFamily="2" charset="-122"/>
                <a:ea typeface="黑体" pitchFamily="2" charset="-122"/>
              </a:rPr>
              <a:t>根据试运行情况的反馈进行修改和完善；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500" dirty="0" smtClean="0">
                <a:latin typeface="黑体" pitchFamily="2" charset="-122"/>
                <a:ea typeface="黑体" pitchFamily="2" charset="-122"/>
              </a:rPr>
              <a:t>试运行结束后，完成定稿规范的最终发放。</a:t>
            </a:r>
            <a:endParaRPr lang="en-US" altLang="zh-CN" sz="1500" dirty="0" smtClean="0">
              <a:latin typeface="黑体" pitchFamily="2" charset="-122"/>
              <a:ea typeface="黑体" pitchFamily="2" charset="-122"/>
            </a:endParaRPr>
          </a:p>
          <a:p>
            <a:pPr marL="800100" lvl="1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规范的执行与宣贯</a:t>
            </a:r>
            <a:endParaRPr lang="en-US" altLang="zh-CN" dirty="0" smtClean="0">
              <a:latin typeface="黑体" pitchFamily="2" charset="-122"/>
              <a:ea typeface="黑体" pitchFamily="2" charset="-122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sz="1500" dirty="0" smtClean="0">
                <a:latin typeface="黑体" pitchFamily="2" charset="-122"/>
                <a:ea typeface="黑体" pitchFamily="2" charset="-122"/>
              </a:rPr>
              <a:t>试运行期间，各部门用户严格按照规范和操作手册执行，并及时反馈；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500" dirty="0" smtClean="0">
                <a:latin typeface="黑体" pitchFamily="2" charset="-122"/>
                <a:ea typeface="黑体" pitchFamily="2" charset="-122"/>
              </a:rPr>
              <a:t>标准化部门根据反馈意见修订、完善相应标准；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500" dirty="0" smtClean="0">
                <a:latin typeface="黑体" pitchFamily="2" charset="-122"/>
                <a:ea typeface="黑体" pitchFamily="2" charset="-122"/>
              </a:rPr>
              <a:t>试运行后期，对定稿后的规范宣贯、培训。</a:t>
            </a:r>
          </a:p>
          <a:p>
            <a:pPr marL="800100" lvl="1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规范执行的检查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500" dirty="0" smtClean="0">
                <a:latin typeface="黑体" pitchFamily="2" charset="-122"/>
                <a:ea typeface="黑体" pitchFamily="2" charset="-122"/>
              </a:rPr>
              <a:t>各单位根据规范检查执行情况，建议实行相应的考核制度。</a:t>
            </a: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45069" y="1928593"/>
            <a:ext cx="5256281" cy="3735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7422178" y="1254993"/>
            <a:ext cx="1488936" cy="545444"/>
          </a:xfrm>
          <a:prstGeom prst="wedgeRoundRectCallout">
            <a:avLst>
              <a:gd name="adj1" fmla="val -49535"/>
              <a:gd name="adj2" fmla="val 103010"/>
              <a:gd name="adj3" fmla="val 16667"/>
            </a:avLst>
          </a:prstGeom>
          <a:solidFill>
            <a:srgbClr val="FFCC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100000"/>
              </a:lnSpc>
              <a:buFontTx/>
              <a:buNone/>
            </a:pPr>
            <a:r>
              <a:rPr lang="en-US" altLang="zh-CN" sz="1400" dirty="0" smtClean="0">
                <a:latin typeface="Arial" charset="0"/>
              </a:rPr>
              <a:t>PDS</a:t>
            </a:r>
            <a:r>
              <a:rPr lang="zh-CN" altLang="en-US" sz="1400" dirty="0" smtClean="0">
                <a:latin typeface="Arial" charset="0"/>
              </a:rPr>
              <a:t>系统</a:t>
            </a:r>
            <a:r>
              <a:rPr lang="zh-CN" altLang="en-US" sz="1400" dirty="0">
                <a:latin typeface="Arial" charset="0"/>
              </a:rPr>
              <a:t>业务</a:t>
            </a:r>
            <a:r>
              <a:rPr lang="zh-CN" altLang="en-US" sz="1400" dirty="0" smtClean="0">
                <a:latin typeface="Arial" charset="0"/>
              </a:rPr>
              <a:t>规范示例</a:t>
            </a:r>
            <a:endParaRPr lang="en-US" altLang="zh-CN" sz="1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75719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626" y="855539"/>
            <a:ext cx="10321290" cy="450109"/>
          </a:xfrm>
        </p:spPr>
        <p:txBody>
          <a:bodyPr/>
          <a:lstStyle/>
          <a:p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项目实施方法 </a:t>
            </a:r>
            <a:r>
              <a:rPr lang="en-US" altLang="zh-CN" dirty="0" smtClean="0"/>
              <a:t>— </a:t>
            </a:r>
            <a:r>
              <a:rPr lang="zh-CN" altLang="en-US" dirty="0" smtClean="0">
                <a:ea typeface="黑体" pitchFamily="2" charset="-122"/>
              </a:rPr>
              <a:t>持续的培训和宣贯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2030" y="1461293"/>
            <a:ext cx="7868483" cy="238964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30192" y="3150765"/>
            <a:ext cx="1901488" cy="17816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380923" y="2925710"/>
            <a:ext cx="619080" cy="215444"/>
          </a:xfrm>
          <a:prstGeom prst="rect">
            <a:avLst/>
          </a:prstGeom>
          <a:solidFill>
            <a:srgbClr val="FFFFFF"/>
          </a:solidFill>
          <a:ln w="31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60000"/>
              </a:spcBef>
              <a:buClr>
                <a:srgbClr val="777777"/>
              </a:buClr>
              <a:buSzPct val="120000"/>
              <a:buFontTx/>
              <a:buNone/>
            </a:pPr>
            <a:r>
              <a:rPr lang="en-US" altLang="zh-CN" sz="800" b="1" dirty="0">
                <a:latin typeface="Arial" charset="0"/>
                <a:ea typeface="宋体" charset="-122"/>
              </a:rPr>
              <a:t>K. Judge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6081386" y="2249835"/>
            <a:ext cx="1785223" cy="409333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6600"/>
            </a:solidFill>
            <a:round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3538568" y="2130276"/>
            <a:ext cx="1530191" cy="409333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6600"/>
            </a:solidFill>
            <a:round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37617" y="4205709"/>
            <a:ext cx="9353669" cy="19801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78" tIns="44445" rIns="90478" bIns="44445"/>
          <a:lstStyle/>
          <a:p>
            <a:pPr marL="288925" lvl="1" indent="-174625">
              <a:spcBef>
                <a:spcPct val="30000"/>
              </a:spcBef>
              <a:spcAft>
                <a:spcPct val="20000"/>
              </a:spcAft>
              <a:buSzPct val="50000"/>
              <a:buFontTx/>
              <a:buBlip>
                <a:blip r:embed="rId4"/>
              </a:buBlip>
            </a:pPr>
            <a:r>
              <a:rPr lang="zh-CN" altLang="en-US" sz="1800" dirty="0">
                <a:latin typeface="+mn-ea"/>
                <a:ea typeface="+mn-ea"/>
              </a:rPr>
              <a:t>管理层的支持：</a:t>
            </a:r>
            <a:r>
              <a:rPr lang="zh-CN" altLang="en-US" sz="1800" dirty="0">
                <a:solidFill>
                  <a:srgbClr val="FF6600"/>
                </a:solidFill>
                <a:latin typeface="+mn-ea"/>
                <a:ea typeface="+mn-ea"/>
              </a:rPr>
              <a:t>高层参与重要决策，推广系统应用。</a:t>
            </a:r>
            <a:endParaRPr lang="en-US" altLang="zh-CN" sz="1800" dirty="0">
              <a:solidFill>
                <a:srgbClr val="FF6600"/>
              </a:solidFill>
              <a:latin typeface="+mn-ea"/>
              <a:ea typeface="+mn-ea"/>
            </a:endParaRPr>
          </a:p>
          <a:p>
            <a:pPr marL="288925" lvl="1" indent="-174625">
              <a:spcBef>
                <a:spcPct val="30000"/>
              </a:spcBef>
              <a:spcAft>
                <a:spcPct val="20000"/>
              </a:spcAft>
              <a:buSzPct val="50000"/>
              <a:buFontTx/>
              <a:buBlip>
                <a:blip r:embed="rId4"/>
              </a:buBlip>
            </a:pPr>
            <a:r>
              <a:rPr lang="zh-CN" altLang="en-US" sz="1800" dirty="0">
                <a:latin typeface="+mn-ea"/>
                <a:ea typeface="+mn-ea"/>
              </a:rPr>
              <a:t>用户不知道怎样</a:t>
            </a:r>
            <a:r>
              <a:rPr lang="zh-CN" altLang="en-US" sz="1800" dirty="0" smtClean="0">
                <a:latin typeface="+mn-ea"/>
                <a:ea typeface="+mn-ea"/>
              </a:rPr>
              <a:t>用</a:t>
            </a:r>
            <a:r>
              <a:rPr lang="zh-CN" altLang="en-US" dirty="0">
                <a:latin typeface="+mn-ea"/>
                <a:ea typeface="+mn-ea"/>
              </a:rPr>
              <a:t>系统</a:t>
            </a:r>
            <a:r>
              <a:rPr lang="zh-CN" altLang="en-US" dirty="0" smtClean="0">
                <a:latin typeface="+mn-ea"/>
                <a:ea typeface="+mn-ea"/>
              </a:rPr>
              <a:t>功能</a:t>
            </a:r>
            <a:r>
              <a:rPr lang="zh-CN" altLang="en-US" sz="1800" dirty="0" smtClean="0">
                <a:latin typeface="+mn-ea"/>
                <a:ea typeface="+mn-ea"/>
              </a:rPr>
              <a:t>：</a:t>
            </a:r>
            <a:r>
              <a:rPr lang="zh-CN" altLang="en-US" sz="1800" dirty="0">
                <a:solidFill>
                  <a:srgbClr val="FF6600"/>
                </a:solidFill>
                <a:latin typeface="+mn-ea"/>
                <a:ea typeface="+mn-ea"/>
              </a:rPr>
              <a:t>通过培训、操作手册进行保障。</a:t>
            </a:r>
            <a:endParaRPr lang="en-US" altLang="zh-CN" sz="1800" dirty="0">
              <a:solidFill>
                <a:srgbClr val="FF6600"/>
              </a:solidFill>
              <a:latin typeface="+mn-ea"/>
              <a:ea typeface="+mn-ea"/>
            </a:endParaRPr>
          </a:p>
          <a:p>
            <a:pPr marL="288925" lvl="1" indent="-174625">
              <a:spcBef>
                <a:spcPct val="30000"/>
              </a:spcBef>
              <a:spcAft>
                <a:spcPct val="20000"/>
              </a:spcAft>
              <a:buSzPct val="50000"/>
              <a:buFontTx/>
              <a:buBlip>
                <a:blip r:embed="rId4"/>
              </a:buBlip>
            </a:pPr>
            <a:r>
              <a:rPr lang="zh-CN" altLang="en-US" sz="1800" dirty="0">
                <a:latin typeface="+mn-ea"/>
                <a:ea typeface="+mn-ea"/>
              </a:rPr>
              <a:t>用户</a:t>
            </a:r>
            <a:r>
              <a:rPr lang="zh-CN" altLang="en-US" sz="1800" dirty="0" smtClean="0">
                <a:latin typeface="+mn-ea"/>
                <a:ea typeface="+mn-ea"/>
              </a:rPr>
              <a:t>将系统应用视</a:t>
            </a:r>
            <a:r>
              <a:rPr lang="zh-CN" altLang="en-US" sz="1800" dirty="0">
                <a:latin typeface="+mn-ea"/>
                <a:ea typeface="+mn-ea"/>
              </a:rPr>
              <a:t>作额外的工作：</a:t>
            </a:r>
            <a:r>
              <a:rPr lang="zh-CN" altLang="en-US" sz="1800" dirty="0">
                <a:solidFill>
                  <a:srgbClr val="FF6600"/>
                </a:solidFill>
                <a:latin typeface="+mn-ea"/>
                <a:ea typeface="+mn-ea"/>
              </a:rPr>
              <a:t>进行培训和宣讲，切换工作习惯。</a:t>
            </a:r>
            <a:endParaRPr lang="en-US" altLang="zh-CN" sz="1800" dirty="0">
              <a:solidFill>
                <a:srgbClr val="FF6600"/>
              </a:solidFill>
              <a:latin typeface="+mn-ea"/>
              <a:ea typeface="+mn-ea"/>
            </a:endParaRPr>
          </a:p>
          <a:p>
            <a:pPr marL="288925" lvl="1" indent="-174625">
              <a:spcBef>
                <a:spcPct val="30000"/>
              </a:spcBef>
              <a:spcAft>
                <a:spcPct val="20000"/>
              </a:spcAft>
              <a:buSzPct val="50000"/>
              <a:buFontTx/>
              <a:buBlip>
                <a:blip r:embed="rId4"/>
              </a:buBlip>
            </a:pPr>
            <a:r>
              <a:rPr lang="zh-CN" altLang="en-US" sz="1800" dirty="0">
                <a:latin typeface="+mn-ea"/>
                <a:ea typeface="+mn-ea"/>
              </a:rPr>
              <a:t>与实际业务表面的冲突：</a:t>
            </a:r>
            <a:r>
              <a:rPr lang="zh-CN" altLang="en-US" sz="1800" dirty="0">
                <a:solidFill>
                  <a:srgbClr val="FF6600"/>
                </a:solidFill>
                <a:latin typeface="+mn-ea"/>
                <a:ea typeface="+mn-ea"/>
              </a:rPr>
              <a:t>通过培训和业务管理规范，优化工作模式</a:t>
            </a:r>
            <a:r>
              <a:rPr lang="zh-CN" altLang="en-US" sz="1800" dirty="0">
                <a:solidFill>
                  <a:srgbClr val="FF6600"/>
                </a:solidFill>
                <a:latin typeface="Arial" charset="0"/>
              </a:rPr>
              <a:t>。</a:t>
            </a:r>
            <a:endParaRPr lang="en-US" altLang="zh-CN" sz="1800" dirty="0">
              <a:solidFill>
                <a:srgbClr val="FF6600"/>
              </a:solidFill>
              <a:latin typeface="Arial" charset="0"/>
            </a:endParaRPr>
          </a:p>
          <a:p>
            <a:pPr marL="288925" lvl="1" indent="-174625">
              <a:spcBef>
                <a:spcPct val="30000"/>
              </a:spcBef>
              <a:spcAft>
                <a:spcPct val="20000"/>
              </a:spcAft>
              <a:buSzPct val="50000"/>
              <a:buFontTx/>
              <a:buNone/>
            </a:pPr>
            <a:endParaRPr lang="zh-CN" altLang="en-US" sz="18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8522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5539"/>
            <a:ext cx="9721850" cy="468313"/>
          </a:xfrm>
        </p:spPr>
        <p:txBody>
          <a:bodyPr/>
          <a:lstStyle/>
          <a:p>
            <a:r>
              <a:rPr lang="zh-CN" altLang="en-US" dirty="0" smtClean="0"/>
              <a:t>项目成功要素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5"/>
          </p:nvPr>
        </p:nvSpPr>
        <p:spPr>
          <a:xfrm>
            <a:off x="216099" y="1404009"/>
            <a:ext cx="10272084" cy="530629"/>
          </a:xfrm>
        </p:spPr>
        <p:txBody>
          <a:bodyPr/>
          <a:lstStyle/>
          <a:p>
            <a:r>
              <a:rPr lang="zh-CN" altLang="en-US" sz="1800" dirty="0" smtClean="0"/>
              <a:t>美国专门从事跟踪</a:t>
            </a:r>
            <a:r>
              <a:rPr lang="en-US" altLang="zh-CN" sz="1800" dirty="0" smtClean="0"/>
              <a:t>IT</a:t>
            </a:r>
            <a:r>
              <a:rPr lang="zh-CN" altLang="en-US" sz="1800" dirty="0" smtClean="0"/>
              <a:t>项目成功或失败的权威机构</a:t>
            </a:r>
            <a:r>
              <a:rPr lang="en-US" altLang="zh-CN" sz="1800" dirty="0" smtClean="0"/>
              <a:t>Standish Group</a:t>
            </a:r>
            <a:r>
              <a:rPr lang="zh-CN" altLang="en-US" sz="1800" dirty="0" smtClean="0"/>
              <a:t>根据统计数据，总结出</a:t>
            </a:r>
            <a:r>
              <a:rPr lang="en-US" altLang="zh-CN" sz="1800" dirty="0" smtClean="0"/>
              <a:t>IT</a:t>
            </a:r>
            <a:r>
              <a:rPr lang="zh-CN" altLang="en-US" sz="1800" dirty="0" smtClean="0"/>
              <a:t>项目的成功实施有</a:t>
            </a:r>
            <a:r>
              <a:rPr lang="en-US" altLang="zh-CN" sz="1800" dirty="0" smtClean="0"/>
              <a:t>10</a:t>
            </a:r>
            <a:r>
              <a:rPr lang="zh-CN" altLang="en-US" sz="1800" dirty="0" smtClean="0"/>
              <a:t>大要素：</a:t>
            </a:r>
            <a:endParaRPr lang="zh-CN" altLang="en-US" sz="18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grpSp>
        <p:nvGrpSpPr>
          <p:cNvPr id="6" name="组合 5"/>
          <p:cNvGrpSpPr/>
          <p:nvPr/>
        </p:nvGrpSpPr>
        <p:grpSpPr>
          <a:xfrm>
            <a:off x="1761650" y="1985750"/>
            <a:ext cx="6750843" cy="4576110"/>
            <a:chOff x="1447801" y="1524000"/>
            <a:chExt cx="5714999" cy="4648200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1447801" y="5746750"/>
              <a:ext cx="4955931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努力的工作 </a:t>
              </a:r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6611815" y="5746750"/>
              <a:ext cx="550985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447801" y="5275263"/>
              <a:ext cx="4955931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明确的目标 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6611815" y="5278438"/>
              <a:ext cx="550985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1447801" y="1524000"/>
              <a:ext cx="4955931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dirty="0" smtClean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用户的参与度 </a:t>
              </a: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6611815" y="1524000"/>
              <a:ext cx="550985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19</a:t>
              </a: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1447801" y="1992313"/>
              <a:ext cx="4955931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dirty="0" smtClean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管理层的支持 </a:t>
              </a: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6611815" y="1992313"/>
              <a:ext cx="550985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16</a:t>
              </a: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1447801" y="2460625"/>
              <a:ext cx="4955931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dirty="0" smtClean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明确的需求和任务 </a:t>
              </a: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6611815" y="2460625"/>
              <a:ext cx="550985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15</a:t>
              </a: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1447801" y="2928941"/>
              <a:ext cx="4955931" cy="427037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正确的计划 </a:t>
              </a: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6611815" y="2928941"/>
              <a:ext cx="550985" cy="427037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11</a:t>
              </a: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1447801" y="3398838"/>
              <a:ext cx="4955931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合理的期望 </a:t>
              </a: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6611815" y="3400425"/>
              <a:ext cx="550985" cy="427038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10</a:t>
              </a: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1447801" y="3867150"/>
              <a:ext cx="4955931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细化的项目节点 </a:t>
              </a:r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6611815" y="3868741"/>
              <a:ext cx="550985" cy="427037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9</a:t>
              </a:r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1447801" y="4335463"/>
              <a:ext cx="4955931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高素质的团队 </a:t>
              </a:r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6611815" y="4338638"/>
              <a:ext cx="550985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8</a:t>
              </a: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1447801" y="4803775"/>
              <a:ext cx="4955931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GB" sz="160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主人翁精神 </a:t>
              </a: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6611815" y="4806950"/>
              <a:ext cx="550985" cy="425450"/>
            </a:xfrm>
            <a:prstGeom prst="rect">
              <a:avLst/>
            </a:prstGeom>
            <a:solidFill>
              <a:srgbClr val="A5BACD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GB" altLang="zh-CN" sz="1600" dirty="0" smtClean="0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594726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431603"/>
            <a:ext cx="9721850" cy="5121597"/>
          </a:xfrm>
        </p:spPr>
        <p:txBody>
          <a:bodyPr/>
          <a:lstStyle/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Windchill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培训、测试系统安装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部署（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5/23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为期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两天的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Windchill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培训（初步计划</a:t>
            </a:r>
            <a:r>
              <a:rPr lang="en-US" altLang="zh-CN" sz="1800" dirty="0" smtClean="0">
                <a:latin typeface="微软雅黑" pitchFamily="34" charset="-122"/>
                <a:ea typeface="微软雅黑" pitchFamily="34" charset="-122"/>
              </a:rPr>
              <a:t>5/24~5/25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）：</a:t>
            </a:r>
            <a:endParaRPr lang="en-US" altLang="zh-CN" sz="18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Windchill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基本概念培训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（杨敏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0.5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天）</a:t>
            </a:r>
            <a:endParaRPr lang="en-US" altLang="zh-CN" sz="1400" b="1" dirty="0" smtClean="0">
              <a:latin typeface="微软雅黑" pitchFamily="34" charset="-122"/>
              <a:ea typeface="微软雅黑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培训对象：项目组所有人员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Windchill PDMLink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（产品数据管理）标准用户功能培训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杨敏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0.5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天）</a:t>
            </a:r>
            <a:endParaRPr lang="en-US" altLang="zh-CN" sz="1400" b="1" dirty="0" smtClean="0">
              <a:latin typeface="微软雅黑" pitchFamily="34" charset="-122"/>
              <a:ea typeface="微软雅黑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培训对象：项目组所有人员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Windchill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PDMLink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（产品数据管理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）系统管理功能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培训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杨敏：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0.5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天）</a:t>
            </a:r>
            <a:endParaRPr lang="en-US" altLang="zh-CN" sz="1400" b="1" dirty="0" smtClean="0">
              <a:latin typeface="微软雅黑" pitchFamily="34" charset="-122"/>
              <a:ea typeface="微软雅黑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培训对象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：系统管理员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业务管理员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Windchill MPMLink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（三维工艺设计管理系统）标准功能培训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（曾志超：</a:t>
            </a:r>
            <a:r>
              <a:rPr lang="en-US" altLang="zh-CN" sz="1400" b="1" dirty="0" smtClean="0">
                <a:latin typeface="微软雅黑" pitchFamily="34" charset="-122"/>
                <a:ea typeface="微软雅黑" pitchFamily="34" charset="-122"/>
              </a:rPr>
              <a:t>0.5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天）</a:t>
            </a:r>
            <a:endParaRPr lang="en-US" altLang="zh-CN" sz="1400" b="1" dirty="0" smtClean="0">
              <a:latin typeface="微软雅黑" pitchFamily="34" charset="-122"/>
              <a:ea typeface="微软雅黑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培训对象：参与三维工艺设计验证系统的人员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预期目的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：项目组成员对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Windchill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的功能有初步的了解和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认识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业务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调研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提纲列举的问题提前收集、准备相关资料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5/28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正式开始业务调研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255269" y="934030"/>
            <a:ext cx="5043079" cy="45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下一步工作安排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869894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52203" y="2727747"/>
            <a:ext cx="5832648" cy="2182892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5269" y="934030"/>
            <a:ext cx="5043079" cy="450109"/>
          </a:xfrm>
        </p:spPr>
        <p:txBody>
          <a:bodyPr/>
          <a:lstStyle/>
          <a:p>
            <a:r>
              <a:rPr lang="en-US" altLang="zh-CN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Agenda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2006 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1551621" y="1863651"/>
            <a:ext cx="732948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rgbClr val="4F81BD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</a:rPr>
              <a:t>项目实施方法简介</a:t>
            </a:r>
            <a:endParaRPr lang="en-US" altLang="zh-CN" sz="2400" b="1" dirty="0" smtClean="0">
              <a:solidFill>
                <a:srgbClr val="4F81BD">
                  <a:lumMod val="50000"/>
                </a:srgb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rgbClr val="4F81BD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</a:rPr>
              <a:t>项目</a:t>
            </a:r>
            <a:r>
              <a:rPr lang="zh-CN" altLang="en-US" sz="2400" b="1" dirty="0">
                <a:solidFill>
                  <a:srgbClr val="4F81BD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</a:rPr>
              <a:t>实施</a:t>
            </a:r>
            <a:r>
              <a:rPr lang="zh-CN" altLang="en-US" sz="2400" b="1" dirty="0" smtClean="0">
                <a:solidFill>
                  <a:srgbClr val="4F81BD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</a:rPr>
              <a:t>计划说明</a:t>
            </a:r>
            <a:endParaRPr lang="en-US" altLang="zh-CN" sz="2400" b="1" dirty="0" smtClean="0">
              <a:solidFill>
                <a:srgbClr val="4F81BD">
                  <a:lumMod val="50000"/>
                </a:srgb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rgbClr val="4F81BD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</a:rPr>
              <a:t>业务访谈计划说明</a:t>
            </a:r>
            <a:endParaRPr lang="en-US" altLang="zh-CN" sz="2400" b="1" dirty="0" smtClean="0">
              <a:solidFill>
                <a:srgbClr val="4F81BD">
                  <a:lumMod val="50000"/>
                </a:srgb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400" b="1" dirty="0" smtClean="0">
                <a:solidFill>
                  <a:srgbClr val="4F81BD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</a:rPr>
              <a:t>业务访谈提纲说明</a:t>
            </a:r>
            <a:endParaRPr lang="en-US" altLang="zh-CN" sz="2400" b="1" dirty="0" smtClean="0">
              <a:solidFill>
                <a:srgbClr val="4F81BD">
                  <a:lumMod val="50000"/>
                </a:srgb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012586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3240088" y="2079625"/>
            <a:ext cx="4033837" cy="1800225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 smtClean="0">
                <a:solidFill>
                  <a:schemeClr val="bg1">
                    <a:lumMod val="85000"/>
                  </a:schemeClr>
                </a:solidFill>
                <a:latin typeface="黑体" pitchFamily="49" charset="-122"/>
                <a:ea typeface="黑体" pitchFamily="49" charset="-122"/>
              </a:rPr>
              <a:t>THANKS</a:t>
            </a:r>
            <a:endParaRPr lang="zh-CN" altLang="en-US" b="1" dirty="0" smtClean="0">
              <a:solidFill>
                <a:schemeClr val="bg1">
                  <a:lumMod val="8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信维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信维PPT模板</Template>
  <TotalTime>427</TotalTime>
  <Words>1488</Words>
  <Application>Microsoft Office PowerPoint</Application>
  <PresentationFormat>自定义</PresentationFormat>
  <Paragraphs>322</Paragraphs>
  <Slides>18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信维PPT模板</vt:lpstr>
      <vt:lpstr>149厂三维工艺协同管理平台项目 项目前期准备工作交流</vt:lpstr>
      <vt:lpstr>Agenda</vt:lpstr>
      <vt:lpstr>项目实施范围与目标</vt:lpstr>
      <vt:lpstr>项目实施的最佳实践方法</vt:lpstr>
      <vt:lpstr>PowerPoint 演示文稿</vt:lpstr>
      <vt:lpstr>项目实施团队</vt:lpstr>
      <vt:lpstr>PowerPoint 演示文稿</vt:lpstr>
      <vt:lpstr>PowerPoint 演示文稿</vt:lpstr>
      <vt:lpstr>项目实施中的计划保障</vt:lpstr>
      <vt:lpstr>项目实施中的沟通机制</vt:lpstr>
      <vt:lpstr>项目实施中的质量控制</vt:lpstr>
      <vt:lpstr>项目实施方法 — 以业务流程为核心</vt:lpstr>
      <vt:lpstr>项目实施方法 — 业务规范先行</vt:lpstr>
      <vt:lpstr>项目实施方法 — 持续的培训和宣贯</vt:lpstr>
      <vt:lpstr>项目成功要素</vt:lpstr>
      <vt:lpstr>PowerPoint 演示文稿</vt:lpstr>
      <vt:lpstr>Agenda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全三维工程化应用</dc:title>
  <dc:creator>Arthur</dc:creator>
  <cp:lastModifiedBy>Arthur</cp:lastModifiedBy>
  <cp:revision>160</cp:revision>
  <dcterms:created xsi:type="dcterms:W3CDTF">2012-05-02T14:04:53Z</dcterms:created>
  <dcterms:modified xsi:type="dcterms:W3CDTF">2012-05-17T01:16:47Z</dcterms:modified>
</cp:coreProperties>
</file>